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9" r:id="rId3"/>
    <p:sldId id="258" r:id="rId4"/>
    <p:sldId id="26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6" autoAdjust="0"/>
    <p:restoredTop sz="94660"/>
  </p:normalViewPr>
  <p:slideViewPr>
    <p:cSldViewPr snapToGrid="0">
      <p:cViewPr>
        <p:scale>
          <a:sx n="150" d="100"/>
          <a:sy n="150" d="100"/>
        </p:scale>
        <p:origin x="-1716" y="-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6"/>
          <p:cNvSpPr/>
          <p:nvPr/>
        </p:nvSpPr>
        <p:spPr bwMode="gray">
          <a:xfrm>
            <a:off x="11393715" y="5873327"/>
            <a:ext cx="798285" cy="987315"/>
          </a:xfrm>
          <a:custGeom>
            <a:avLst/>
            <a:gdLst>
              <a:gd name="connsiteX0" fmla="*/ 587828 w 598714"/>
              <a:gd name="connsiteY0" fmla="*/ 0 h 979714"/>
              <a:gd name="connsiteX1" fmla="*/ 598714 w 598714"/>
              <a:gd name="connsiteY1" fmla="*/ 979714 h 979714"/>
              <a:gd name="connsiteX2" fmla="*/ 174171 w 598714"/>
              <a:gd name="connsiteY2" fmla="*/ 968828 h 979714"/>
              <a:gd name="connsiteX3" fmla="*/ 0 w 598714"/>
              <a:gd name="connsiteY3" fmla="*/ 185057 h 979714"/>
              <a:gd name="connsiteX4" fmla="*/ 587828 w 598714"/>
              <a:gd name="connsiteY4" fmla="*/ 0 h 979714"/>
              <a:gd name="connsiteX0" fmla="*/ 595944 w 598714"/>
              <a:gd name="connsiteY0" fmla="*/ 0 h 984674"/>
              <a:gd name="connsiteX1" fmla="*/ 598714 w 598714"/>
              <a:gd name="connsiteY1" fmla="*/ 984674 h 984674"/>
              <a:gd name="connsiteX2" fmla="*/ 174171 w 598714"/>
              <a:gd name="connsiteY2" fmla="*/ 973788 h 984674"/>
              <a:gd name="connsiteX3" fmla="*/ 0 w 598714"/>
              <a:gd name="connsiteY3" fmla="*/ 190017 h 984674"/>
              <a:gd name="connsiteX4" fmla="*/ 595944 w 598714"/>
              <a:gd name="connsiteY4" fmla="*/ 0 h 984674"/>
              <a:gd name="connsiteX0" fmla="*/ 595944 w 598714"/>
              <a:gd name="connsiteY0" fmla="*/ 0 h 987315"/>
              <a:gd name="connsiteX1" fmla="*/ 598714 w 598714"/>
              <a:gd name="connsiteY1" fmla="*/ 984674 h 987315"/>
              <a:gd name="connsiteX2" fmla="*/ 179582 w 598714"/>
              <a:gd name="connsiteY2" fmla="*/ 987315 h 987315"/>
              <a:gd name="connsiteX3" fmla="*/ 0 w 598714"/>
              <a:gd name="connsiteY3" fmla="*/ 190017 h 987315"/>
              <a:gd name="connsiteX4" fmla="*/ 595944 w 598714"/>
              <a:gd name="connsiteY4" fmla="*/ 0 h 9873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8714" h="987315">
                <a:moveTo>
                  <a:pt x="595944" y="0"/>
                </a:moveTo>
                <a:cubicBezTo>
                  <a:pt x="596867" y="328225"/>
                  <a:pt x="597791" y="656449"/>
                  <a:pt x="598714" y="984674"/>
                </a:cubicBezTo>
                <a:lnTo>
                  <a:pt x="179582" y="987315"/>
                </a:lnTo>
                <a:lnTo>
                  <a:pt x="0" y="190017"/>
                </a:lnTo>
                <a:lnTo>
                  <a:pt x="59594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Freeform 15"/>
          <p:cNvSpPr/>
          <p:nvPr/>
        </p:nvSpPr>
        <p:spPr bwMode="gray">
          <a:xfrm>
            <a:off x="10406744" y="2677887"/>
            <a:ext cx="1790009" cy="3298371"/>
          </a:xfrm>
          <a:custGeom>
            <a:avLst/>
            <a:gdLst>
              <a:gd name="connsiteX0" fmla="*/ 0 w 1338943"/>
              <a:gd name="connsiteY0" fmla="*/ 206828 h 3298371"/>
              <a:gd name="connsiteX1" fmla="*/ 1338943 w 1338943"/>
              <a:gd name="connsiteY1" fmla="*/ 0 h 3298371"/>
              <a:gd name="connsiteX2" fmla="*/ 1328057 w 1338943"/>
              <a:gd name="connsiteY2" fmla="*/ 3102428 h 3298371"/>
              <a:gd name="connsiteX3" fmla="*/ 718457 w 1338943"/>
              <a:gd name="connsiteY3" fmla="*/ 3298371 h 3298371"/>
              <a:gd name="connsiteX4" fmla="*/ 0 w 1338943"/>
              <a:gd name="connsiteY4" fmla="*/ 206828 h 3298371"/>
              <a:gd name="connsiteX0" fmla="*/ 0 w 1342507"/>
              <a:gd name="connsiteY0" fmla="*/ 206828 h 3298371"/>
              <a:gd name="connsiteX1" fmla="*/ 1338943 w 1342507"/>
              <a:gd name="connsiteY1" fmla="*/ 0 h 3298371"/>
              <a:gd name="connsiteX2" fmla="*/ 1338878 w 1342507"/>
              <a:gd name="connsiteY2" fmla="*/ 3097919 h 3298371"/>
              <a:gd name="connsiteX3" fmla="*/ 718457 w 1342507"/>
              <a:gd name="connsiteY3" fmla="*/ 3298371 h 3298371"/>
              <a:gd name="connsiteX4" fmla="*/ 0 w 1342507"/>
              <a:gd name="connsiteY4" fmla="*/ 206828 h 3298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42507" h="3298371">
                <a:moveTo>
                  <a:pt x="0" y="206828"/>
                </a:moveTo>
                <a:lnTo>
                  <a:pt x="1338943" y="0"/>
                </a:lnTo>
                <a:cubicBezTo>
                  <a:pt x="1335314" y="1034143"/>
                  <a:pt x="1342507" y="2063776"/>
                  <a:pt x="1338878" y="3097919"/>
                </a:cubicBezTo>
                <a:lnTo>
                  <a:pt x="718457" y="3298371"/>
                </a:lnTo>
                <a:lnTo>
                  <a:pt x="0" y="20682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Freeform 14"/>
          <p:cNvSpPr/>
          <p:nvPr/>
        </p:nvSpPr>
        <p:spPr bwMode="gray">
          <a:xfrm>
            <a:off x="-14515" y="2917372"/>
            <a:ext cx="11509829" cy="3940629"/>
          </a:xfrm>
          <a:custGeom>
            <a:avLst/>
            <a:gdLst>
              <a:gd name="connsiteX0" fmla="*/ 0 w 8632372"/>
              <a:gd name="connsiteY0" fmla="*/ 3940629 h 3940629"/>
              <a:gd name="connsiteX1" fmla="*/ 2732315 w 8632372"/>
              <a:gd name="connsiteY1" fmla="*/ 783772 h 3940629"/>
              <a:gd name="connsiteX2" fmla="*/ 7696200 w 8632372"/>
              <a:gd name="connsiteY2" fmla="*/ 0 h 3940629"/>
              <a:gd name="connsiteX3" fmla="*/ 8632372 w 8632372"/>
              <a:gd name="connsiteY3" fmla="*/ 3940629 h 3940629"/>
              <a:gd name="connsiteX4" fmla="*/ 0 w 8632372"/>
              <a:gd name="connsiteY4" fmla="*/ 3940629 h 3940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2372" h="3940629">
                <a:moveTo>
                  <a:pt x="0" y="3940629"/>
                </a:moveTo>
                <a:lnTo>
                  <a:pt x="2732315" y="783772"/>
                </a:lnTo>
                <a:lnTo>
                  <a:pt x="7696200" y="0"/>
                </a:lnTo>
                <a:lnTo>
                  <a:pt x="8632372" y="3940629"/>
                </a:lnTo>
                <a:lnTo>
                  <a:pt x="0" y="3940629"/>
                </a:lnTo>
                <a:close/>
              </a:path>
            </a:pathLst>
          </a:cu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>
            <a:off x="865632" y="6419088"/>
            <a:ext cx="10460736" cy="3657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xfrm>
            <a:off x="11558016" y="6419088"/>
            <a:ext cx="633984" cy="365760"/>
          </a:xfrm>
        </p:spPr>
        <p:txBody>
          <a:bodyPr/>
          <a:lstStyle/>
          <a:p>
            <a:fld id="{DDDEC182-41BE-4BEE-9E90-6536B52E84E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Freeform 8"/>
          <p:cNvSpPr/>
          <p:nvPr/>
        </p:nvSpPr>
        <p:spPr bwMode="gray">
          <a:xfrm>
            <a:off x="2363433" y="1"/>
            <a:ext cx="1747915" cy="1115627"/>
          </a:xfrm>
          <a:custGeom>
            <a:avLst/>
            <a:gdLst>
              <a:gd name="connsiteX0" fmla="*/ 0 w 1310936"/>
              <a:gd name="connsiteY0" fmla="*/ 0 h 1115627"/>
              <a:gd name="connsiteX1" fmla="*/ 435006 w 1310936"/>
              <a:gd name="connsiteY1" fmla="*/ 1115627 h 1115627"/>
              <a:gd name="connsiteX2" fmla="*/ 1310936 w 1310936"/>
              <a:gd name="connsiteY2" fmla="*/ 645111 h 1115627"/>
              <a:gd name="connsiteX3" fmla="*/ 1222159 w 1310936"/>
              <a:gd name="connsiteY3" fmla="*/ 0 h 1115627"/>
              <a:gd name="connsiteX4" fmla="*/ 0 w 1310936"/>
              <a:gd name="connsiteY4" fmla="*/ 0 h 1115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10936" h="1115627">
                <a:moveTo>
                  <a:pt x="0" y="0"/>
                </a:moveTo>
                <a:lnTo>
                  <a:pt x="435006" y="1115627"/>
                </a:lnTo>
                <a:lnTo>
                  <a:pt x="1310936" y="645111"/>
                </a:lnTo>
                <a:lnTo>
                  <a:pt x="122215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Freeform 7"/>
          <p:cNvSpPr/>
          <p:nvPr/>
        </p:nvSpPr>
        <p:spPr bwMode="gray">
          <a:xfrm>
            <a:off x="-7890" y="1"/>
            <a:ext cx="2693033" cy="1452979"/>
          </a:xfrm>
          <a:custGeom>
            <a:avLst/>
            <a:gdLst>
              <a:gd name="connsiteX0" fmla="*/ 0 w 2013857"/>
              <a:gd name="connsiteY0" fmla="*/ 10886 h 1436914"/>
              <a:gd name="connsiteX1" fmla="*/ 0 w 2013857"/>
              <a:gd name="connsiteY1" fmla="*/ 1436914 h 1436914"/>
              <a:gd name="connsiteX2" fmla="*/ 2013857 w 2013857"/>
              <a:gd name="connsiteY2" fmla="*/ 794657 h 1436914"/>
              <a:gd name="connsiteX3" fmla="*/ 1687286 w 2013857"/>
              <a:gd name="connsiteY3" fmla="*/ 0 h 1436914"/>
              <a:gd name="connsiteX4" fmla="*/ 0 w 2013857"/>
              <a:gd name="connsiteY4" fmla="*/ 10886 h 1436914"/>
              <a:gd name="connsiteX0" fmla="*/ 0 w 2013857"/>
              <a:gd name="connsiteY0" fmla="*/ 2008 h 1436914"/>
              <a:gd name="connsiteX1" fmla="*/ 0 w 2013857"/>
              <a:gd name="connsiteY1" fmla="*/ 1436914 h 1436914"/>
              <a:gd name="connsiteX2" fmla="*/ 2013857 w 2013857"/>
              <a:gd name="connsiteY2" fmla="*/ 794657 h 1436914"/>
              <a:gd name="connsiteX3" fmla="*/ 1687286 w 2013857"/>
              <a:gd name="connsiteY3" fmla="*/ 0 h 1436914"/>
              <a:gd name="connsiteX4" fmla="*/ 0 w 2013857"/>
              <a:gd name="connsiteY4" fmla="*/ 2008 h 1436914"/>
              <a:gd name="connsiteX0" fmla="*/ 5918 w 2019775"/>
              <a:gd name="connsiteY0" fmla="*/ 2008 h 1452979"/>
              <a:gd name="connsiteX1" fmla="*/ 5918 w 2019775"/>
              <a:gd name="connsiteY1" fmla="*/ 1436914 h 1452979"/>
              <a:gd name="connsiteX2" fmla="*/ 0 w 2019775"/>
              <a:gd name="connsiteY2" fmla="*/ 1452979 h 1452979"/>
              <a:gd name="connsiteX3" fmla="*/ 2019775 w 2019775"/>
              <a:gd name="connsiteY3" fmla="*/ 794657 h 1452979"/>
              <a:gd name="connsiteX4" fmla="*/ 1693204 w 2019775"/>
              <a:gd name="connsiteY4" fmla="*/ 0 h 1452979"/>
              <a:gd name="connsiteX5" fmla="*/ 5918 w 2019775"/>
              <a:gd name="connsiteY5" fmla="*/ 2008 h 1452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19775" h="1452979">
                <a:moveTo>
                  <a:pt x="5918" y="2008"/>
                </a:moveTo>
                <a:lnTo>
                  <a:pt x="5918" y="1436914"/>
                </a:lnTo>
                <a:lnTo>
                  <a:pt x="0" y="1452979"/>
                </a:lnTo>
                <a:lnTo>
                  <a:pt x="2019775" y="794657"/>
                </a:lnTo>
                <a:lnTo>
                  <a:pt x="1693204" y="0"/>
                </a:lnTo>
                <a:lnTo>
                  <a:pt x="5918" y="2008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Freeform 10"/>
          <p:cNvSpPr/>
          <p:nvPr/>
        </p:nvSpPr>
        <p:spPr bwMode="gray">
          <a:xfrm>
            <a:off x="-4175" y="895611"/>
            <a:ext cx="2875420" cy="1399784"/>
          </a:xfrm>
          <a:custGeom>
            <a:avLst/>
            <a:gdLst>
              <a:gd name="connsiteX0" fmla="*/ 2048006 w 2148214"/>
              <a:gd name="connsiteY0" fmla="*/ 0 h 1399784"/>
              <a:gd name="connsiteX1" fmla="*/ 2148214 w 2148214"/>
              <a:gd name="connsiteY1" fmla="*/ 253652 h 1399784"/>
              <a:gd name="connsiteX2" fmla="*/ 0 w 2148214"/>
              <a:gd name="connsiteY2" fmla="*/ 1399784 h 1399784"/>
              <a:gd name="connsiteX3" fmla="*/ 0 w 2148214"/>
              <a:gd name="connsiteY3" fmla="*/ 676405 h 1399784"/>
              <a:gd name="connsiteX4" fmla="*/ 2048006 w 2148214"/>
              <a:gd name="connsiteY4" fmla="*/ 0 h 1399784"/>
              <a:gd name="connsiteX0" fmla="*/ 2048006 w 2156565"/>
              <a:gd name="connsiteY0" fmla="*/ 0 h 1399784"/>
              <a:gd name="connsiteX1" fmla="*/ 2156565 w 2156565"/>
              <a:gd name="connsiteY1" fmla="*/ 247389 h 1399784"/>
              <a:gd name="connsiteX2" fmla="*/ 0 w 2156565"/>
              <a:gd name="connsiteY2" fmla="*/ 1399784 h 1399784"/>
              <a:gd name="connsiteX3" fmla="*/ 0 w 2156565"/>
              <a:gd name="connsiteY3" fmla="*/ 676405 h 1399784"/>
              <a:gd name="connsiteX4" fmla="*/ 2048006 w 2156565"/>
              <a:gd name="connsiteY4" fmla="*/ 0 h 1399784"/>
              <a:gd name="connsiteX0" fmla="*/ 2060532 w 2156565"/>
              <a:gd name="connsiteY0" fmla="*/ 0 h 1399784"/>
              <a:gd name="connsiteX1" fmla="*/ 2156565 w 2156565"/>
              <a:gd name="connsiteY1" fmla="*/ 247389 h 1399784"/>
              <a:gd name="connsiteX2" fmla="*/ 0 w 2156565"/>
              <a:gd name="connsiteY2" fmla="*/ 1399784 h 1399784"/>
              <a:gd name="connsiteX3" fmla="*/ 0 w 2156565"/>
              <a:gd name="connsiteY3" fmla="*/ 676405 h 1399784"/>
              <a:gd name="connsiteX4" fmla="*/ 2060532 w 2156565"/>
              <a:gd name="connsiteY4" fmla="*/ 0 h 1399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56565" h="1399784">
                <a:moveTo>
                  <a:pt x="2060532" y="0"/>
                </a:moveTo>
                <a:lnTo>
                  <a:pt x="2156565" y="247389"/>
                </a:lnTo>
                <a:lnTo>
                  <a:pt x="0" y="1399784"/>
                </a:lnTo>
                <a:lnTo>
                  <a:pt x="0" y="676405"/>
                </a:lnTo>
                <a:lnTo>
                  <a:pt x="2060532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xfrm>
            <a:off x="48768" y="36576"/>
            <a:ext cx="2474976" cy="365760"/>
          </a:xfrm>
        </p:spPr>
        <p:txBody>
          <a:bodyPr/>
          <a:lstStyle/>
          <a:p>
            <a:fld id="{B678AC1C-C8BB-41BB-885F-2A8E98AE7051}" type="datetimeFigureOut">
              <a:rPr lang="ko-KR" altLang="en-US" smtClean="0"/>
              <a:t>2020-08-15</a:t>
            </a:fld>
            <a:endParaRPr lang="ko-KR" altLang="en-US"/>
          </a:p>
        </p:txBody>
      </p:sp>
      <p:sp>
        <p:nvSpPr>
          <p:cNvPr id="18" name="Oval 17"/>
          <p:cNvSpPr/>
          <p:nvPr/>
        </p:nvSpPr>
        <p:spPr bwMode="gray">
          <a:xfrm>
            <a:off x="10119360" y="283464"/>
            <a:ext cx="377952" cy="283464"/>
          </a:xfrm>
          <a:prstGeom prst="ellipse">
            <a:avLst/>
          </a:prstGeom>
          <a:noFill/>
          <a:ln w="57150">
            <a:solidFill>
              <a:schemeClr val="accent6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9" name="Oval 18"/>
          <p:cNvSpPr/>
          <p:nvPr/>
        </p:nvSpPr>
        <p:spPr bwMode="gray">
          <a:xfrm>
            <a:off x="10728960" y="283464"/>
            <a:ext cx="377952" cy="283464"/>
          </a:xfrm>
          <a:prstGeom prst="ellipse">
            <a:avLst/>
          </a:prstGeom>
          <a:noFill/>
          <a:ln w="57150">
            <a:solidFill>
              <a:schemeClr val="accent6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0" name="Oval 19"/>
          <p:cNvSpPr/>
          <p:nvPr/>
        </p:nvSpPr>
        <p:spPr bwMode="gray">
          <a:xfrm>
            <a:off x="11338560" y="283464"/>
            <a:ext cx="377952" cy="283464"/>
          </a:xfrm>
          <a:prstGeom prst="ellipse">
            <a:avLst/>
          </a:prstGeom>
          <a:noFill/>
          <a:ln w="57150">
            <a:solidFill>
              <a:schemeClr val="accent6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gray">
          <a:xfrm>
            <a:off x="902208" y="1755648"/>
            <a:ext cx="10363200" cy="1069848"/>
          </a:xfrm>
        </p:spPr>
        <p:txBody>
          <a:bodyPr/>
          <a:lstStyle>
            <a:lvl1pPr algn="l">
              <a:defRPr b="1">
                <a:solidFill>
                  <a:schemeClr val="tx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902208" y="2834640"/>
            <a:ext cx="8583168" cy="59436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263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109728"/>
            <a:ext cx="7924800" cy="11430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27048"/>
            <a:ext cx="10972800" cy="459943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8AC1C-C8BB-41BB-885F-2A8E98AE7051}" type="datetimeFigureOut">
              <a:rPr lang="ko-KR" altLang="en-US" smtClean="0"/>
              <a:t>2020-08-15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EC182-41BE-4BEE-9E90-6536B52E84E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Oval 6"/>
          <p:cNvSpPr/>
          <p:nvPr/>
        </p:nvSpPr>
        <p:spPr bwMode="gray">
          <a:xfrm>
            <a:off x="402336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Oval 7"/>
          <p:cNvSpPr/>
          <p:nvPr/>
        </p:nvSpPr>
        <p:spPr bwMode="gray">
          <a:xfrm>
            <a:off x="1011936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Oval 8"/>
          <p:cNvSpPr/>
          <p:nvPr/>
        </p:nvSpPr>
        <p:spPr bwMode="gray">
          <a:xfrm>
            <a:off x="1621536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Oval 9"/>
          <p:cNvSpPr/>
          <p:nvPr/>
        </p:nvSpPr>
        <p:spPr bwMode="gray">
          <a:xfrm>
            <a:off x="10180320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Oval 10"/>
          <p:cNvSpPr/>
          <p:nvPr/>
        </p:nvSpPr>
        <p:spPr bwMode="gray">
          <a:xfrm>
            <a:off x="10789920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Oval 11"/>
          <p:cNvSpPr/>
          <p:nvPr/>
        </p:nvSpPr>
        <p:spPr bwMode="gray">
          <a:xfrm>
            <a:off x="11399520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42080016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168" y="3438145"/>
            <a:ext cx="10314432" cy="1352931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black">
          <a:xfrm>
            <a:off x="2706624" y="1929384"/>
            <a:ext cx="8558784" cy="1499616"/>
          </a:xfrm>
        </p:spPr>
        <p:txBody>
          <a:bodyPr anchor="b"/>
          <a:lstStyle>
            <a:lvl1pPr marL="0" indent="0">
              <a:buNone/>
              <a:defRPr sz="2000" b="1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8AC1C-C8BB-41BB-885F-2A8E98AE7051}" type="datetimeFigureOut">
              <a:rPr lang="ko-KR" altLang="en-US" smtClean="0"/>
              <a:t>2020-08-15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EC182-41BE-4BEE-9E90-6536B52E84E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Oval 6"/>
          <p:cNvSpPr/>
          <p:nvPr/>
        </p:nvSpPr>
        <p:spPr bwMode="gray">
          <a:xfrm>
            <a:off x="1011936" y="3099816"/>
            <a:ext cx="377952" cy="283464"/>
          </a:xfrm>
          <a:prstGeom prst="ellipse">
            <a:avLst/>
          </a:prstGeom>
          <a:noFill/>
          <a:ln w="57150">
            <a:solidFill>
              <a:schemeClr val="accent6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Oval 7"/>
          <p:cNvSpPr/>
          <p:nvPr/>
        </p:nvSpPr>
        <p:spPr bwMode="gray">
          <a:xfrm>
            <a:off x="1621536" y="3099816"/>
            <a:ext cx="377952" cy="283464"/>
          </a:xfrm>
          <a:prstGeom prst="ellipse">
            <a:avLst/>
          </a:prstGeom>
          <a:noFill/>
          <a:ln w="57150">
            <a:solidFill>
              <a:schemeClr val="accent6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Oval 8"/>
          <p:cNvSpPr/>
          <p:nvPr/>
        </p:nvSpPr>
        <p:spPr bwMode="gray">
          <a:xfrm>
            <a:off x="2231136" y="3099816"/>
            <a:ext cx="377952" cy="283464"/>
          </a:xfrm>
          <a:prstGeom prst="ellipse">
            <a:avLst/>
          </a:prstGeom>
          <a:noFill/>
          <a:ln w="57150">
            <a:solidFill>
              <a:schemeClr val="accent6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499820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9488" y="73152"/>
            <a:ext cx="8193024" cy="11430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8AC1C-C8BB-41BB-885F-2A8E98AE7051}" type="datetimeFigureOut">
              <a:rPr lang="ko-KR" altLang="en-US" smtClean="0"/>
              <a:t>2020-08-15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EC182-41BE-4BEE-9E90-6536B52E84E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Oval 7"/>
          <p:cNvSpPr/>
          <p:nvPr/>
        </p:nvSpPr>
        <p:spPr bwMode="gray">
          <a:xfrm>
            <a:off x="402336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Oval 8"/>
          <p:cNvSpPr/>
          <p:nvPr/>
        </p:nvSpPr>
        <p:spPr bwMode="gray">
          <a:xfrm>
            <a:off x="1011936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Oval 9"/>
          <p:cNvSpPr/>
          <p:nvPr/>
        </p:nvSpPr>
        <p:spPr bwMode="gray">
          <a:xfrm>
            <a:off x="1621536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Oval 10"/>
          <p:cNvSpPr/>
          <p:nvPr/>
        </p:nvSpPr>
        <p:spPr bwMode="gray">
          <a:xfrm>
            <a:off x="10180320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Oval 11"/>
          <p:cNvSpPr/>
          <p:nvPr/>
        </p:nvSpPr>
        <p:spPr bwMode="gray">
          <a:xfrm>
            <a:off x="10789920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Oval 12"/>
          <p:cNvSpPr/>
          <p:nvPr/>
        </p:nvSpPr>
        <p:spPr bwMode="gray">
          <a:xfrm>
            <a:off x="11399520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4668375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597408" y="1426464"/>
            <a:ext cx="5388864" cy="786384"/>
          </a:xfrm>
        </p:spPr>
        <p:txBody>
          <a:bodyPr anchor="b"/>
          <a:lstStyle>
            <a:lvl1pPr marL="0" indent="0">
              <a:buFont typeface="Arial" pitchFamily="34" charset="0"/>
              <a:buNone/>
              <a:defRPr sz="2400" b="1">
                <a:ln>
                  <a:solidFill>
                    <a:schemeClr val="accent2">
                      <a:lumMod val="50000"/>
                    </a:schemeClr>
                  </a:solidFill>
                </a:ln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7408" y="2240280"/>
            <a:ext cx="5401056" cy="377647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gray">
          <a:xfrm>
            <a:off x="6132576" y="1426464"/>
            <a:ext cx="5388864" cy="786384"/>
          </a:xfrm>
        </p:spPr>
        <p:txBody>
          <a:bodyPr anchor="b"/>
          <a:lstStyle>
            <a:lvl1pPr marL="0" indent="0">
              <a:buNone/>
              <a:defRPr sz="2400" b="1">
                <a:ln>
                  <a:solidFill>
                    <a:schemeClr val="accent4">
                      <a:lumMod val="50000"/>
                    </a:schemeClr>
                  </a:solidFill>
                </a:ln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32576" y="2240280"/>
            <a:ext cx="5401056" cy="377647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8AC1C-C8BB-41BB-885F-2A8E98AE7051}" type="datetimeFigureOut">
              <a:rPr lang="ko-KR" altLang="en-US" smtClean="0"/>
              <a:t>2020-08-15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EC182-41BE-4BEE-9E90-6536B52E84E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Oval 9"/>
          <p:cNvSpPr/>
          <p:nvPr/>
        </p:nvSpPr>
        <p:spPr bwMode="gray">
          <a:xfrm>
            <a:off x="402336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Oval 10"/>
          <p:cNvSpPr/>
          <p:nvPr/>
        </p:nvSpPr>
        <p:spPr bwMode="gray">
          <a:xfrm>
            <a:off x="1011936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4" name="Oval 13"/>
          <p:cNvSpPr/>
          <p:nvPr/>
        </p:nvSpPr>
        <p:spPr bwMode="gray">
          <a:xfrm>
            <a:off x="10789920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Oval 14"/>
          <p:cNvSpPr/>
          <p:nvPr/>
        </p:nvSpPr>
        <p:spPr bwMode="gray">
          <a:xfrm>
            <a:off x="11399520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464" y="73152"/>
            <a:ext cx="9339072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312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464" y="109728"/>
            <a:ext cx="9339072" cy="11430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8AC1C-C8BB-41BB-885F-2A8E98AE7051}" type="datetimeFigureOut">
              <a:rPr lang="ko-KR" altLang="en-US" smtClean="0"/>
              <a:t>2020-08-15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EC182-41BE-4BEE-9E90-6536B52E84E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Oval 5"/>
          <p:cNvSpPr/>
          <p:nvPr/>
        </p:nvSpPr>
        <p:spPr bwMode="gray">
          <a:xfrm>
            <a:off x="402336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Oval 6"/>
          <p:cNvSpPr/>
          <p:nvPr/>
        </p:nvSpPr>
        <p:spPr bwMode="gray">
          <a:xfrm>
            <a:off x="1011936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Oval 7"/>
          <p:cNvSpPr/>
          <p:nvPr/>
        </p:nvSpPr>
        <p:spPr bwMode="gray">
          <a:xfrm>
            <a:off x="10789920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Oval 8"/>
          <p:cNvSpPr/>
          <p:nvPr/>
        </p:nvSpPr>
        <p:spPr bwMode="gray">
          <a:xfrm>
            <a:off x="11399520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85685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8AC1C-C8BB-41BB-885F-2A8E98AE7051}" type="datetimeFigureOut">
              <a:rPr lang="ko-KR" altLang="en-US" smtClean="0"/>
              <a:t>2020-08-15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EC182-41BE-4BEE-9E90-6536B52E84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9343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 bwMode="gray">
          <a:xfrm>
            <a:off x="-7891" y="0"/>
            <a:ext cx="3206496" cy="1783080"/>
            <a:chOff x="-5918" y="0"/>
            <a:chExt cx="3089429" cy="2295395"/>
          </a:xfrm>
        </p:grpSpPr>
        <p:sp>
          <p:nvSpPr>
            <p:cNvPr id="8" name="Freeform 7"/>
            <p:cNvSpPr/>
            <p:nvPr userDrawn="1"/>
          </p:nvSpPr>
          <p:spPr bwMode="gray">
            <a:xfrm>
              <a:off x="1772575" y="0"/>
              <a:ext cx="1310936" cy="1115627"/>
            </a:xfrm>
            <a:custGeom>
              <a:avLst/>
              <a:gdLst>
                <a:gd name="connsiteX0" fmla="*/ 0 w 1310936"/>
                <a:gd name="connsiteY0" fmla="*/ 0 h 1115627"/>
                <a:gd name="connsiteX1" fmla="*/ 435006 w 1310936"/>
                <a:gd name="connsiteY1" fmla="*/ 1115627 h 1115627"/>
                <a:gd name="connsiteX2" fmla="*/ 1310936 w 1310936"/>
                <a:gd name="connsiteY2" fmla="*/ 645111 h 1115627"/>
                <a:gd name="connsiteX3" fmla="*/ 1222159 w 1310936"/>
                <a:gd name="connsiteY3" fmla="*/ 0 h 1115627"/>
                <a:gd name="connsiteX4" fmla="*/ 0 w 1310936"/>
                <a:gd name="connsiteY4" fmla="*/ 0 h 1115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0936" h="1115627">
                  <a:moveTo>
                    <a:pt x="0" y="0"/>
                  </a:moveTo>
                  <a:lnTo>
                    <a:pt x="435006" y="1115627"/>
                  </a:lnTo>
                  <a:lnTo>
                    <a:pt x="1310936" y="645111"/>
                  </a:lnTo>
                  <a:lnTo>
                    <a:pt x="122215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9" name="Freeform 8"/>
            <p:cNvSpPr/>
            <p:nvPr userDrawn="1"/>
          </p:nvSpPr>
          <p:spPr bwMode="gray">
            <a:xfrm>
              <a:off x="-5918" y="0"/>
              <a:ext cx="2019775" cy="1452979"/>
            </a:xfrm>
            <a:custGeom>
              <a:avLst/>
              <a:gdLst>
                <a:gd name="connsiteX0" fmla="*/ 0 w 2013857"/>
                <a:gd name="connsiteY0" fmla="*/ 10886 h 1436914"/>
                <a:gd name="connsiteX1" fmla="*/ 0 w 2013857"/>
                <a:gd name="connsiteY1" fmla="*/ 1436914 h 1436914"/>
                <a:gd name="connsiteX2" fmla="*/ 2013857 w 2013857"/>
                <a:gd name="connsiteY2" fmla="*/ 794657 h 1436914"/>
                <a:gd name="connsiteX3" fmla="*/ 1687286 w 2013857"/>
                <a:gd name="connsiteY3" fmla="*/ 0 h 1436914"/>
                <a:gd name="connsiteX4" fmla="*/ 0 w 2013857"/>
                <a:gd name="connsiteY4" fmla="*/ 10886 h 1436914"/>
                <a:gd name="connsiteX0" fmla="*/ 0 w 2013857"/>
                <a:gd name="connsiteY0" fmla="*/ 2008 h 1436914"/>
                <a:gd name="connsiteX1" fmla="*/ 0 w 2013857"/>
                <a:gd name="connsiteY1" fmla="*/ 1436914 h 1436914"/>
                <a:gd name="connsiteX2" fmla="*/ 2013857 w 2013857"/>
                <a:gd name="connsiteY2" fmla="*/ 794657 h 1436914"/>
                <a:gd name="connsiteX3" fmla="*/ 1687286 w 2013857"/>
                <a:gd name="connsiteY3" fmla="*/ 0 h 1436914"/>
                <a:gd name="connsiteX4" fmla="*/ 0 w 2013857"/>
                <a:gd name="connsiteY4" fmla="*/ 2008 h 1436914"/>
                <a:gd name="connsiteX0" fmla="*/ 5918 w 2019775"/>
                <a:gd name="connsiteY0" fmla="*/ 2008 h 1452979"/>
                <a:gd name="connsiteX1" fmla="*/ 5918 w 2019775"/>
                <a:gd name="connsiteY1" fmla="*/ 1436914 h 1452979"/>
                <a:gd name="connsiteX2" fmla="*/ 0 w 2019775"/>
                <a:gd name="connsiteY2" fmla="*/ 1452979 h 1452979"/>
                <a:gd name="connsiteX3" fmla="*/ 2019775 w 2019775"/>
                <a:gd name="connsiteY3" fmla="*/ 794657 h 1452979"/>
                <a:gd name="connsiteX4" fmla="*/ 1693204 w 2019775"/>
                <a:gd name="connsiteY4" fmla="*/ 0 h 1452979"/>
                <a:gd name="connsiteX5" fmla="*/ 5918 w 2019775"/>
                <a:gd name="connsiteY5" fmla="*/ 2008 h 1452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19775" h="1452979">
                  <a:moveTo>
                    <a:pt x="5918" y="2008"/>
                  </a:moveTo>
                  <a:lnTo>
                    <a:pt x="5918" y="1436914"/>
                  </a:lnTo>
                  <a:lnTo>
                    <a:pt x="0" y="1452979"/>
                  </a:lnTo>
                  <a:lnTo>
                    <a:pt x="2019775" y="794657"/>
                  </a:lnTo>
                  <a:lnTo>
                    <a:pt x="1693204" y="0"/>
                  </a:lnTo>
                  <a:lnTo>
                    <a:pt x="5918" y="2008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0" name="Freeform 9"/>
            <p:cNvSpPr/>
            <p:nvPr userDrawn="1"/>
          </p:nvSpPr>
          <p:spPr bwMode="gray">
            <a:xfrm>
              <a:off x="-3132" y="895611"/>
              <a:ext cx="2156565" cy="1399784"/>
            </a:xfrm>
            <a:custGeom>
              <a:avLst/>
              <a:gdLst>
                <a:gd name="connsiteX0" fmla="*/ 2048006 w 2148214"/>
                <a:gd name="connsiteY0" fmla="*/ 0 h 1399784"/>
                <a:gd name="connsiteX1" fmla="*/ 2148214 w 2148214"/>
                <a:gd name="connsiteY1" fmla="*/ 253652 h 1399784"/>
                <a:gd name="connsiteX2" fmla="*/ 0 w 2148214"/>
                <a:gd name="connsiteY2" fmla="*/ 1399784 h 1399784"/>
                <a:gd name="connsiteX3" fmla="*/ 0 w 2148214"/>
                <a:gd name="connsiteY3" fmla="*/ 676405 h 1399784"/>
                <a:gd name="connsiteX4" fmla="*/ 2048006 w 2148214"/>
                <a:gd name="connsiteY4" fmla="*/ 0 h 1399784"/>
                <a:gd name="connsiteX0" fmla="*/ 2048006 w 2156565"/>
                <a:gd name="connsiteY0" fmla="*/ 0 h 1399784"/>
                <a:gd name="connsiteX1" fmla="*/ 2156565 w 2156565"/>
                <a:gd name="connsiteY1" fmla="*/ 247389 h 1399784"/>
                <a:gd name="connsiteX2" fmla="*/ 0 w 2156565"/>
                <a:gd name="connsiteY2" fmla="*/ 1399784 h 1399784"/>
                <a:gd name="connsiteX3" fmla="*/ 0 w 2156565"/>
                <a:gd name="connsiteY3" fmla="*/ 676405 h 1399784"/>
                <a:gd name="connsiteX4" fmla="*/ 2048006 w 2156565"/>
                <a:gd name="connsiteY4" fmla="*/ 0 h 1399784"/>
                <a:gd name="connsiteX0" fmla="*/ 2060532 w 2156565"/>
                <a:gd name="connsiteY0" fmla="*/ 0 h 1399784"/>
                <a:gd name="connsiteX1" fmla="*/ 2156565 w 2156565"/>
                <a:gd name="connsiteY1" fmla="*/ 247389 h 1399784"/>
                <a:gd name="connsiteX2" fmla="*/ 0 w 2156565"/>
                <a:gd name="connsiteY2" fmla="*/ 1399784 h 1399784"/>
                <a:gd name="connsiteX3" fmla="*/ 0 w 2156565"/>
                <a:gd name="connsiteY3" fmla="*/ 676405 h 1399784"/>
                <a:gd name="connsiteX4" fmla="*/ 2060532 w 2156565"/>
                <a:gd name="connsiteY4" fmla="*/ 0 h 1399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6565" h="1399784">
                  <a:moveTo>
                    <a:pt x="2060532" y="0"/>
                  </a:moveTo>
                  <a:lnTo>
                    <a:pt x="2156565" y="247389"/>
                  </a:lnTo>
                  <a:lnTo>
                    <a:pt x="0" y="1399784"/>
                  </a:lnTo>
                  <a:lnTo>
                    <a:pt x="0" y="676405"/>
                  </a:lnTo>
                  <a:lnTo>
                    <a:pt x="206053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">
          <a:xfrm>
            <a:off x="4767071" y="411480"/>
            <a:ext cx="6864096" cy="1162050"/>
          </a:xfrm>
        </p:spPr>
        <p:txBody>
          <a:bodyPr anchor="b">
            <a:normAutofit/>
          </a:bodyPr>
          <a:lstStyle>
            <a:lvl1pPr algn="l">
              <a:defRPr sz="3200" b="1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1664208"/>
            <a:ext cx="6815667" cy="470001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53440" y="1664208"/>
            <a:ext cx="3767328" cy="4690872"/>
          </a:xfrm>
          <a:solidFill>
            <a:schemeClr val="accent6">
              <a:lumMod val="60000"/>
              <a:lumOff val="40000"/>
            </a:schemeClr>
          </a:solidFill>
          <a:effectLst>
            <a:outerShdw blurRad="50800" dist="38100" dir="5400000" algn="ctr" rotWithShape="0">
              <a:srgbClr val="000000">
                <a:alpha val="40000"/>
              </a:srgbClr>
            </a:outerShdw>
          </a:effectLst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56343" y="6583680"/>
            <a:ext cx="2844800" cy="228600"/>
          </a:xfrm>
        </p:spPr>
        <p:txBody>
          <a:bodyPr/>
          <a:lstStyle/>
          <a:p>
            <a:fld id="{B678AC1C-C8BB-41BB-885F-2A8E98AE7051}" type="datetimeFigureOut">
              <a:rPr lang="ko-KR" altLang="en-US" smtClean="0"/>
              <a:t>2020-08-15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759200" y="6583680"/>
            <a:ext cx="6705600" cy="22860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EC182-41BE-4BEE-9E90-6536B52E84E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1" name="Oval 10"/>
          <p:cNvSpPr/>
          <p:nvPr/>
        </p:nvSpPr>
        <p:spPr bwMode="gray">
          <a:xfrm>
            <a:off x="3011424" y="1161288"/>
            <a:ext cx="377952" cy="283464"/>
          </a:xfrm>
          <a:prstGeom prst="ellipse">
            <a:avLst/>
          </a:prstGeom>
          <a:noFill/>
          <a:ln w="57150">
            <a:solidFill>
              <a:srgbClr val="C1C1C1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Oval 11"/>
          <p:cNvSpPr/>
          <p:nvPr/>
        </p:nvSpPr>
        <p:spPr bwMode="gray">
          <a:xfrm>
            <a:off x="3621024" y="1161288"/>
            <a:ext cx="377952" cy="283464"/>
          </a:xfrm>
          <a:prstGeom prst="ellipse">
            <a:avLst/>
          </a:prstGeom>
          <a:noFill/>
          <a:ln w="57150">
            <a:solidFill>
              <a:srgbClr val="C1C1C1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Oval 12"/>
          <p:cNvSpPr/>
          <p:nvPr/>
        </p:nvSpPr>
        <p:spPr bwMode="gray">
          <a:xfrm>
            <a:off x="4230624" y="1161288"/>
            <a:ext cx="377952" cy="283464"/>
          </a:xfrm>
          <a:prstGeom prst="ellipse">
            <a:avLst/>
          </a:prstGeom>
          <a:noFill/>
          <a:ln w="57150">
            <a:solidFill>
              <a:srgbClr val="C1C1C1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232349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">
          <a:xfrm>
            <a:off x="1146048" y="502920"/>
            <a:ext cx="10204704" cy="566928"/>
          </a:xfrm>
        </p:spPr>
        <p:txBody>
          <a:bodyPr anchor="ctr">
            <a:normAutofit/>
          </a:bodyPr>
          <a:lstStyle>
            <a:lvl1pPr algn="l">
              <a:defRPr sz="2800" b="1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46048" y="1170432"/>
            <a:ext cx="10192512" cy="4114800"/>
          </a:xfrm>
          <a:solidFill>
            <a:schemeClr val="accent6">
              <a:lumMod val="20000"/>
              <a:lumOff val="80000"/>
            </a:schemeClr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black">
          <a:xfrm>
            <a:off x="1146048" y="5385816"/>
            <a:ext cx="10204704" cy="78638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8AC1C-C8BB-41BB-885F-2A8E98AE7051}" type="datetimeFigureOut">
              <a:rPr lang="ko-KR" altLang="en-US" smtClean="0"/>
              <a:t>2020-08-15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EC182-41BE-4BEE-9E90-6536B52E84E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Oval 7"/>
          <p:cNvSpPr/>
          <p:nvPr/>
        </p:nvSpPr>
        <p:spPr bwMode="gray">
          <a:xfrm>
            <a:off x="621792" y="658368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Oval 8"/>
          <p:cNvSpPr/>
          <p:nvPr/>
        </p:nvSpPr>
        <p:spPr bwMode="gray">
          <a:xfrm>
            <a:off x="621792" y="5440680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7186252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9488" y="128016"/>
            <a:ext cx="8193024" cy="11430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527048"/>
            <a:ext cx="10972800" cy="4599432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8AC1C-C8BB-41BB-885F-2A8E98AE7051}" type="datetimeFigureOut">
              <a:rPr lang="ko-KR" altLang="en-US" smtClean="0"/>
              <a:t>2020-08-15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EC182-41BE-4BEE-9E90-6536B52E84E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Oval 6"/>
          <p:cNvSpPr/>
          <p:nvPr/>
        </p:nvSpPr>
        <p:spPr bwMode="gray">
          <a:xfrm>
            <a:off x="402336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Oval 7"/>
          <p:cNvSpPr/>
          <p:nvPr/>
        </p:nvSpPr>
        <p:spPr bwMode="gray">
          <a:xfrm>
            <a:off x="1011936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Oval 8"/>
          <p:cNvSpPr/>
          <p:nvPr/>
        </p:nvSpPr>
        <p:spPr bwMode="gray">
          <a:xfrm>
            <a:off x="1621536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Oval 9"/>
          <p:cNvSpPr/>
          <p:nvPr/>
        </p:nvSpPr>
        <p:spPr bwMode="gray">
          <a:xfrm>
            <a:off x="10180320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Oval 10"/>
          <p:cNvSpPr/>
          <p:nvPr/>
        </p:nvSpPr>
        <p:spPr bwMode="gray">
          <a:xfrm>
            <a:off x="10789920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Oval 11"/>
          <p:cNvSpPr/>
          <p:nvPr/>
        </p:nvSpPr>
        <p:spPr bwMode="gray">
          <a:xfrm>
            <a:off x="11399520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514443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/>
          <p:cNvSpPr/>
          <p:nvPr/>
        </p:nvSpPr>
        <p:spPr bwMode="gray">
          <a:xfrm flipH="1" flipV="1">
            <a:off x="9025831" y="6204296"/>
            <a:ext cx="1137093" cy="653704"/>
          </a:xfrm>
          <a:custGeom>
            <a:avLst/>
            <a:gdLst>
              <a:gd name="connsiteX0" fmla="*/ 0 w 1310936"/>
              <a:gd name="connsiteY0" fmla="*/ 0 h 1115627"/>
              <a:gd name="connsiteX1" fmla="*/ 435006 w 1310936"/>
              <a:gd name="connsiteY1" fmla="*/ 1115627 h 1115627"/>
              <a:gd name="connsiteX2" fmla="*/ 1310936 w 1310936"/>
              <a:gd name="connsiteY2" fmla="*/ 645111 h 1115627"/>
              <a:gd name="connsiteX3" fmla="*/ 1222159 w 1310936"/>
              <a:gd name="connsiteY3" fmla="*/ 0 h 1115627"/>
              <a:gd name="connsiteX4" fmla="*/ 0 w 1310936"/>
              <a:gd name="connsiteY4" fmla="*/ 0 h 1115627"/>
              <a:gd name="connsiteX0" fmla="*/ 0 w 1310936"/>
              <a:gd name="connsiteY0" fmla="*/ 0 h 1063415"/>
              <a:gd name="connsiteX1" fmla="*/ 414592 w 1310936"/>
              <a:gd name="connsiteY1" fmla="*/ 1063415 h 1063415"/>
              <a:gd name="connsiteX2" fmla="*/ 1310936 w 1310936"/>
              <a:gd name="connsiteY2" fmla="*/ 645111 h 1063415"/>
              <a:gd name="connsiteX3" fmla="*/ 1222159 w 1310936"/>
              <a:gd name="connsiteY3" fmla="*/ 0 h 1063415"/>
              <a:gd name="connsiteX4" fmla="*/ 0 w 1310936"/>
              <a:gd name="connsiteY4" fmla="*/ 0 h 1063415"/>
              <a:gd name="connsiteX0" fmla="*/ 0 w 1328969"/>
              <a:gd name="connsiteY0" fmla="*/ 0 h 1063415"/>
              <a:gd name="connsiteX1" fmla="*/ 414592 w 1328969"/>
              <a:gd name="connsiteY1" fmla="*/ 1063415 h 1063415"/>
              <a:gd name="connsiteX2" fmla="*/ 1328969 w 1328969"/>
              <a:gd name="connsiteY2" fmla="*/ 764808 h 1063415"/>
              <a:gd name="connsiteX3" fmla="*/ 1222159 w 1328969"/>
              <a:gd name="connsiteY3" fmla="*/ 0 h 1063415"/>
              <a:gd name="connsiteX4" fmla="*/ 0 w 1328969"/>
              <a:gd name="connsiteY4" fmla="*/ 0 h 1063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28969" h="1063415">
                <a:moveTo>
                  <a:pt x="0" y="0"/>
                </a:moveTo>
                <a:lnTo>
                  <a:pt x="414592" y="1063415"/>
                </a:lnTo>
                <a:lnTo>
                  <a:pt x="1328969" y="764808"/>
                </a:lnTo>
                <a:lnTo>
                  <a:pt x="122215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Freeform 12"/>
          <p:cNvSpPr/>
          <p:nvPr/>
        </p:nvSpPr>
        <p:spPr bwMode="gray">
          <a:xfrm flipH="1" flipV="1">
            <a:off x="9882508" y="5623560"/>
            <a:ext cx="2316480" cy="1234440"/>
          </a:xfrm>
          <a:custGeom>
            <a:avLst/>
            <a:gdLst>
              <a:gd name="connsiteX0" fmla="*/ 0 w 2013857"/>
              <a:gd name="connsiteY0" fmla="*/ 10886 h 1436914"/>
              <a:gd name="connsiteX1" fmla="*/ 0 w 2013857"/>
              <a:gd name="connsiteY1" fmla="*/ 1436914 h 1436914"/>
              <a:gd name="connsiteX2" fmla="*/ 2013857 w 2013857"/>
              <a:gd name="connsiteY2" fmla="*/ 794657 h 1436914"/>
              <a:gd name="connsiteX3" fmla="*/ 1687286 w 2013857"/>
              <a:gd name="connsiteY3" fmla="*/ 0 h 1436914"/>
              <a:gd name="connsiteX4" fmla="*/ 0 w 2013857"/>
              <a:gd name="connsiteY4" fmla="*/ 10886 h 1436914"/>
              <a:gd name="connsiteX0" fmla="*/ 0 w 2013857"/>
              <a:gd name="connsiteY0" fmla="*/ 2008 h 1436914"/>
              <a:gd name="connsiteX1" fmla="*/ 0 w 2013857"/>
              <a:gd name="connsiteY1" fmla="*/ 1436914 h 1436914"/>
              <a:gd name="connsiteX2" fmla="*/ 2013857 w 2013857"/>
              <a:gd name="connsiteY2" fmla="*/ 794657 h 1436914"/>
              <a:gd name="connsiteX3" fmla="*/ 1687286 w 2013857"/>
              <a:gd name="connsiteY3" fmla="*/ 0 h 1436914"/>
              <a:gd name="connsiteX4" fmla="*/ 0 w 2013857"/>
              <a:gd name="connsiteY4" fmla="*/ 2008 h 1436914"/>
              <a:gd name="connsiteX0" fmla="*/ 5918 w 2019775"/>
              <a:gd name="connsiteY0" fmla="*/ 2008 h 1452979"/>
              <a:gd name="connsiteX1" fmla="*/ 5918 w 2019775"/>
              <a:gd name="connsiteY1" fmla="*/ 1436914 h 1452979"/>
              <a:gd name="connsiteX2" fmla="*/ 0 w 2019775"/>
              <a:gd name="connsiteY2" fmla="*/ 1452979 h 1452979"/>
              <a:gd name="connsiteX3" fmla="*/ 2019775 w 2019775"/>
              <a:gd name="connsiteY3" fmla="*/ 794657 h 1452979"/>
              <a:gd name="connsiteX4" fmla="*/ 1693204 w 2019775"/>
              <a:gd name="connsiteY4" fmla="*/ 0 h 1452979"/>
              <a:gd name="connsiteX5" fmla="*/ 5918 w 2019775"/>
              <a:gd name="connsiteY5" fmla="*/ 2008 h 1452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19775" h="1452979">
                <a:moveTo>
                  <a:pt x="5918" y="2008"/>
                </a:moveTo>
                <a:lnTo>
                  <a:pt x="5918" y="1436914"/>
                </a:lnTo>
                <a:lnTo>
                  <a:pt x="0" y="1452979"/>
                </a:lnTo>
                <a:lnTo>
                  <a:pt x="2019775" y="794657"/>
                </a:lnTo>
                <a:lnTo>
                  <a:pt x="1693204" y="0"/>
                </a:lnTo>
                <a:lnTo>
                  <a:pt x="5918" y="2008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7" name="Group 6"/>
          <p:cNvGrpSpPr/>
          <p:nvPr/>
        </p:nvGrpSpPr>
        <p:grpSpPr bwMode="gray">
          <a:xfrm>
            <a:off x="-7891" y="0"/>
            <a:ext cx="3206496" cy="1783080"/>
            <a:chOff x="-5918" y="0"/>
            <a:chExt cx="3089429" cy="2295395"/>
          </a:xfrm>
        </p:grpSpPr>
        <p:sp>
          <p:nvSpPr>
            <p:cNvPr id="8" name="Freeform 7"/>
            <p:cNvSpPr/>
            <p:nvPr userDrawn="1"/>
          </p:nvSpPr>
          <p:spPr bwMode="gray">
            <a:xfrm>
              <a:off x="1772575" y="0"/>
              <a:ext cx="1310936" cy="1115627"/>
            </a:xfrm>
            <a:custGeom>
              <a:avLst/>
              <a:gdLst>
                <a:gd name="connsiteX0" fmla="*/ 0 w 1310936"/>
                <a:gd name="connsiteY0" fmla="*/ 0 h 1115627"/>
                <a:gd name="connsiteX1" fmla="*/ 435006 w 1310936"/>
                <a:gd name="connsiteY1" fmla="*/ 1115627 h 1115627"/>
                <a:gd name="connsiteX2" fmla="*/ 1310936 w 1310936"/>
                <a:gd name="connsiteY2" fmla="*/ 645111 h 1115627"/>
                <a:gd name="connsiteX3" fmla="*/ 1222159 w 1310936"/>
                <a:gd name="connsiteY3" fmla="*/ 0 h 1115627"/>
                <a:gd name="connsiteX4" fmla="*/ 0 w 1310936"/>
                <a:gd name="connsiteY4" fmla="*/ 0 h 1115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0936" h="1115627">
                  <a:moveTo>
                    <a:pt x="0" y="0"/>
                  </a:moveTo>
                  <a:lnTo>
                    <a:pt x="435006" y="1115627"/>
                  </a:lnTo>
                  <a:lnTo>
                    <a:pt x="1310936" y="645111"/>
                  </a:lnTo>
                  <a:lnTo>
                    <a:pt x="122215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9" name="Freeform 8"/>
            <p:cNvSpPr/>
            <p:nvPr userDrawn="1"/>
          </p:nvSpPr>
          <p:spPr bwMode="gray">
            <a:xfrm>
              <a:off x="-5918" y="0"/>
              <a:ext cx="2019775" cy="1452979"/>
            </a:xfrm>
            <a:custGeom>
              <a:avLst/>
              <a:gdLst>
                <a:gd name="connsiteX0" fmla="*/ 0 w 2013857"/>
                <a:gd name="connsiteY0" fmla="*/ 10886 h 1436914"/>
                <a:gd name="connsiteX1" fmla="*/ 0 w 2013857"/>
                <a:gd name="connsiteY1" fmla="*/ 1436914 h 1436914"/>
                <a:gd name="connsiteX2" fmla="*/ 2013857 w 2013857"/>
                <a:gd name="connsiteY2" fmla="*/ 794657 h 1436914"/>
                <a:gd name="connsiteX3" fmla="*/ 1687286 w 2013857"/>
                <a:gd name="connsiteY3" fmla="*/ 0 h 1436914"/>
                <a:gd name="connsiteX4" fmla="*/ 0 w 2013857"/>
                <a:gd name="connsiteY4" fmla="*/ 10886 h 1436914"/>
                <a:gd name="connsiteX0" fmla="*/ 0 w 2013857"/>
                <a:gd name="connsiteY0" fmla="*/ 2008 h 1436914"/>
                <a:gd name="connsiteX1" fmla="*/ 0 w 2013857"/>
                <a:gd name="connsiteY1" fmla="*/ 1436914 h 1436914"/>
                <a:gd name="connsiteX2" fmla="*/ 2013857 w 2013857"/>
                <a:gd name="connsiteY2" fmla="*/ 794657 h 1436914"/>
                <a:gd name="connsiteX3" fmla="*/ 1687286 w 2013857"/>
                <a:gd name="connsiteY3" fmla="*/ 0 h 1436914"/>
                <a:gd name="connsiteX4" fmla="*/ 0 w 2013857"/>
                <a:gd name="connsiteY4" fmla="*/ 2008 h 1436914"/>
                <a:gd name="connsiteX0" fmla="*/ 5918 w 2019775"/>
                <a:gd name="connsiteY0" fmla="*/ 2008 h 1452979"/>
                <a:gd name="connsiteX1" fmla="*/ 5918 w 2019775"/>
                <a:gd name="connsiteY1" fmla="*/ 1436914 h 1452979"/>
                <a:gd name="connsiteX2" fmla="*/ 0 w 2019775"/>
                <a:gd name="connsiteY2" fmla="*/ 1452979 h 1452979"/>
                <a:gd name="connsiteX3" fmla="*/ 2019775 w 2019775"/>
                <a:gd name="connsiteY3" fmla="*/ 794657 h 1452979"/>
                <a:gd name="connsiteX4" fmla="*/ 1693204 w 2019775"/>
                <a:gd name="connsiteY4" fmla="*/ 0 h 1452979"/>
                <a:gd name="connsiteX5" fmla="*/ 5918 w 2019775"/>
                <a:gd name="connsiteY5" fmla="*/ 2008 h 1452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19775" h="1452979">
                  <a:moveTo>
                    <a:pt x="5918" y="2008"/>
                  </a:moveTo>
                  <a:lnTo>
                    <a:pt x="5918" y="1436914"/>
                  </a:lnTo>
                  <a:lnTo>
                    <a:pt x="0" y="1452979"/>
                  </a:lnTo>
                  <a:lnTo>
                    <a:pt x="2019775" y="794657"/>
                  </a:lnTo>
                  <a:lnTo>
                    <a:pt x="1693204" y="0"/>
                  </a:lnTo>
                  <a:lnTo>
                    <a:pt x="5918" y="2008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0" name="Freeform 9"/>
            <p:cNvSpPr/>
            <p:nvPr userDrawn="1"/>
          </p:nvSpPr>
          <p:spPr bwMode="gray">
            <a:xfrm>
              <a:off x="-3132" y="895611"/>
              <a:ext cx="2156565" cy="1399784"/>
            </a:xfrm>
            <a:custGeom>
              <a:avLst/>
              <a:gdLst>
                <a:gd name="connsiteX0" fmla="*/ 2048006 w 2148214"/>
                <a:gd name="connsiteY0" fmla="*/ 0 h 1399784"/>
                <a:gd name="connsiteX1" fmla="*/ 2148214 w 2148214"/>
                <a:gd name="connsiteY1" fmla="*/ 253652 h 1399784"/>
                <a:gd name="connsiteX2" fmla="*/ 0 w 2148214"/>
                <a:gd name="connsiteY2" fmla="*/ 1399784 h 1399784"/>
                <a:gd name="connsiteX3" fmla="*/ 0 w 2148214"/>
                <a:gd name="connsiteY3" fmla="*/ 676405 h 1399784"/>
                <a:gd name="connsiteX4" fmla="*/ 2048006 w 2148214"/>
                <a:gd name="connsiteY4" fmla="*/ 0 h 1399784"/>
                <a:gd name="connsiteX0" fmla="*/ 2048006 w 2156565"/>
                <a:gd name="connsiteY0" fmla="*/ 0 h 1399784"/>
                <a:gd name="connsiteX1" fmla="*/ 2156565 w 2156565"/>
                <a:gd name="connsiteY1" fmla="*/ 247389 h 1399784"/>
                <a:gd name="connsiteX2" fmla="*/ 0 w 2156565"/>
                <a:gd name="connsiteY2" fmla="*/ 1399784 h 1399784"/>
                <a:gd name="connsiteX3" fmla="*/ 0 w 2156565"/>
                <a:gd name="connsiteY3" fmla="*/ 676405 h 1399784"/>
                <a:gd name="connsiteX4" fmla="*/ 2048006 w 2156565"/>
                <a:gd name="connsiteY4" fmla="*/ 0 h 1399784"/>
                <a:gd name="connsiteX0" fmla="*/ 2060532 w 2156565"/>
                <a:gd name="connsiteY0" fmla="*/ 0 h 1399784"/>
                <a:gd name="connsiteX1" fmla="*/ 2156565 w 2156565"/>
                <a:gd name="connsiteY1" fmla="*/ 247389 h 1399784"/>
                <a:gd name="connsiteX2" fmla="*/ 0 w 2156565"/>
                <a:gd name="connsiteY2" fmla="*/ 1399784 h 1399784"/>
                <a:gd name="connsiteX3" fmla="*/ 0 w 2156565"/>
                <a:gd name="connsiteY3" fmla="*/ 676405 h 1399784"/>
                <a:gd name="connsiteX4" fmla="*/ 2060532 w 2156565"/>
                <a:gd name="connsiteY4" fmla="*/ 0 h 1399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6565" h="1399784">
                  <a:moveTo>
                    <a:pt x="2060532" y="0"/>
                  </a:moveTo>
                  <a:lnTo>
                    <a:pt x="2156565" y="247389"/>
                  </a:lnTo>
                  <a:lnTo>
                    <a:pt x="0" y="1399784"/>
                  </a:lnTo>
                  <a:lnTo>
                    <a:pt x="0" y="676405"/>
                  </a:lnTo>
                  <a:lnTo>
                    <a:pt x="206053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gray">
          <a:xfrm>
            <a:off x="9339072" y="274639"/>
            <a:ext cx="2243328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gray">
          <a:xfrm>
            <a:off x="609600" y="274639"/>
            <a:ext cx="85344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>
            <a:off x="609600" y="6583680"/>
            <a:ext cx="2844800" cy="228600"/>
          </a:xfrm>
        </p:spPr>
        <p:txBody>
          <a:bodyPr/>
          <a:lstStyle/>
          <a:p>
            <a:fld id="{B678AC1C-C8BB-41BB-885F-2A8E98AE7051}" type="datetimeFigureOut">
              <a:rPr lang="ko-KR" altLang="en-US" smtClean="0"/>
              <a:t>2020-08-15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>
            <a:off x="3560064" y="6583680"/>
            <a:ext cx="5486400" cy="22860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>
          <a:xfrm>
            <a:off x="9351264" y="6583680"/>
            <a:ext cx="609600" cy="228600"/>
          </a:xfrm>
        </p:spPr>
        <p:txBody>
          <a:bodyPr/>
          <a:lstStyle/>
          <a:p>
            <a:fld id="{DDDEC182-41BE-4BEE-9E90-6536B52E84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0929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6" name="Freeform 15"/>
          <p:cNvSpPr/>
          <p:nvPr/>
        </p:nvSpPr>
        <p:spPr bwMode="gray">
          <a:xfrm>
            <a:off x="-1" y="6229431"/>
            <a:ext cx="1822764" cy="209846"/>
          </a:xfrm>
          <a:custGeom>
            <a:avLst/>
            <a:gdLst>
              <a:gd name="connsiteX0" fmla="*/ 0 w 1371600"/>
              <a:gd name="connsiteY0" fmla="*/ 0 h 206828"/>
              <a:gd name="connsiteX1" fmla="*/ 1230086 w 1371600"/>
              <a:gd name="connsiteY1" fmla="*/ 21771 h 206828"/>
              <a:gd name="connsiteX2" fmla="*/ 1371600 w 1371600"/>
              <a:gd name="connsiteY2" fmla="*/ 119743 h 206828"/>
              <a:gd name="connsiteX3" fmla="*/ 522515 w 1371600"/>
              <a:gd name="connsiteY3" fmla="*/ 130628 h 206828"/>
              <a:gd name="connsiteX4" fmla="*/ 511629 w 1371600"/>
              <a:gd name="connsiteY4" fmla="*/ 206828 h 206828"/>
              <a:gd name="connsiteX5" fmla="*/ 10886 w 1371600"/>
              <a:gd name="connsiteY5" fmla="*/ 206828 h 206828"/>
              <a:gd name="connsiteX6" fmla="*/ 0 w 1371600"/>
              <a:gd name="connsiteY6" fmla="*/ 0 h 206828"/>
              <a:gd name="connsiteX0" fmla="*/ 0 w 1371600"/>
              <a:gd name="connsiteY0" fmla="*/ 0 h 206828"/>
              <a:gd name="connsiteX1" fmla="*/ 1230086 w 1371600"/>
              <a:gd name="connsiteY1" fmla="*/ 21771 h 206828"/>
              <a:gd name="connsiteX2" fmla="*/ 1371600 w 1371600"/>
              <a:gd name="connsiteY2" fmla="*/ 119743 h 206828"/>
              <a:gd name="connsiteX3" fmla="*/ 522515 w 1371600"/>
              <a:gd name="connsiteY3" fmla="*/ 130628 h 206828"/>
              <a:gd name="connsiteX4" fmla="*/ 511629 w 1371600"/>
              <a:gd name="connsiteY4" fmla="*/ 206828 h 206828"/>
              <a:gd name="connsiteX5" fmla="*/ 10886 w 1371600"/>
              <a:gd name="connsiteY5" fmla="*/ 206828 h 206828"/>
              <a:gd name="connsiteX6" fmla="*/ 0 w 1371600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22515 w 1367073"/>
              <a:gd name="connsiteY3" fmla="*/ 130628 h 206828"/>
              <a:gd name="connsiteX4" fmla="*/ 511629 w 1367073"/>
              <a:gd name="connsiteY4" fmla="*/ 206828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8180 w 1367073"/>
              <a:gd name="connsiteY3" fmla="*/ 135909 h 206828"/>
              <a:gd name="connsiteX4" fmla="*/ 511629 w 1367073"/>
              <a:gd name="connsiteY4" fmla="*/ 206828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8180 w 1367073"/>
              <a:gd name="connsiteY3" fmla="*/ 135909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2899 w 1367073"/>
              <a:gd name="connsiteY3" fmla="*/ 135155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21760 w 1367073"/>
              <a:gd name="connsiteY3" fmla="*/ 146472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9846"/>
              <a:gd name="connsiteX1" fmla="*/ 1230086 w 1367073"/>
              <a:gd name="connsiteY1" fmla="*/ 21771 h 209846"/>
              <a:gd name="connsiteX2" fmla="*/ 1367073 w 1367073"/>
              <a:gd name="connsiteY2" fmla="*/ 143886 h 209846"/>
              <a:gd name="connsiteX3" fmla="*/ 521760 w 1367073"/>
              <a:gd name="connsiteY3" fmla="*/ 146472 h 209846"/>
              <a:gd name="connsiteX4" fmla="*/ 507856 w 1367073"/>
              <a:gd name="connsiteY4" fmla="*/ 209846 h 209846"/>
              <a:gd name="connsiteX5" fmla="*/ 10886 w 1367073"/>
              <a:gd name="connsiteY5" fmla="*/ 206828 h 209846"/>
              <a:gd name="connsiteX6" fmla="*/ 0 w 1367073"/>
              <a:gd name="connsiteY6" fmla="*/ 0 h 209846"/>
              <a:gd name="connsiteX0" fmla="*/ 0 w 1367073"/>
              <a:gd name="connsiteY0" fmla="*/ 0 h 209846"/>
              <a:gd name="connsiteX1" fmla="*/ 1230086 w 1367073"/>
              <a:gd name="connsiteY1" fmla="*/ 21771 h 209846"/>
              <a:gd name="connsiteX2" fmla="*/ 1367073 w 1367073"/>
              <a:gd name="connsiteY2" fmla="*/ 143886 h 209846"/>
              <a:gd name="connsiteX3" fmla="*/ 521760 w 1367073"/>
              <a:gd name="connsiteY3" fmla="*/ 146472 h 209846"/>
              <a:gd name="connsiteX4" fmla="*/ 507856 w 1367073"/>
              <a:gd name="connsiteY4" fmla="*/ 209846 h 209846"/>
              <a:gd name="connsiteX5" fmla="*/ 1833 w 1367073"/>
              <a:gd name="connsiteY5" fmla="*/ 208337 h 209846"/>
              <a:gd name="connsiteX6" fmla="*/ 0 w 1367073"/>
              <a:gd name="connsiteY6" fmla="*/ 0 h 2098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67073" h="209846">
                <a:moveTo>
                  <a:pt x="0" y="0"/>
                </a:moveTo>
                <a:lnTo>
                  <a:pt x="1230086" y="21771"/>
                </a:lnTo>
                <a:lnTo>
                  <a:pt x="1367073" y="143886"/>
                </a:lnTo>
                <a:lnTo>
                  <a:pt x="521760" y="146472"/>
                </a:lnTo>
                <a:lnTo>
                  <a:pt x="507856" y="209846"/>
                </a:lnTo>
                <a:lnTo>
                  <a:pt x="1833" y="20833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7" name="Freeform 16"/>
          <p:cNvSpPr/>
          <p:nvPr/>
        </p:nvSpPr>
        <p:spPr bwMode="gray">
          <a:xfrm>
            <a:off x="749" y="6469524"/>
            <a:ext cx="1451972" cy="388477"/>
          </a:xfrm>
          <a:custGeom>
            <a:avLst/>
            <a:gdLst>
              <a:gd name="connsiteX0" fmla="*/ 0 w 1371600"/>
              <a:gd name="connsiteY0" fmla="*/ 0 h 206828"/>
              <a:gd name="connsiteX1" fmla="*/ 1230086 w 1371600"/>
              <a:gd name="connsiteY1" fmla="*/ 21771 h 206828"/>
              <a:gd name="connsiteX2" fmla="*/ 1371600 w 1371600"/>
              <a:gd name="connsiteY2" fmla="*/ 119743 h 206828"/>
              <a:gd name="connsiteX3" fmla="*/ 522515 w 1371600"/>
              <a:gd name="connsiteY3" fmla="*/ 130628 h 206828"/>
              <a:gd name="connsiteX4" fmla="*/ 511629 w 1371600"/>
              <a:gd name="connsiteY4" fmla="*/ 206828 h 206828"/>
              <a:gd name="connsiteX5" fmla="*/ 10886 w 1371600"/>
              <a:gd name="connsiteY5" fmla="*/ 206828 h 206828"/>
              <a:gd name="connsiteX6" fmla="*/ 0 w 1371600"/>
              <a:gd name="connsiteY6" fmla="*/ 0 h 206828"/>
              <a:gd name="connsiteX0" fmla="*/ 0 w 1371600"/>
              <a:gd name="connsiteY0" fmla="*/ 0 h 206828"/>
              <a:gd name="connsiteX1" fmla="*/ 1230086 w 1371600"/>
              <a:gd name="connsiteY1" fmla="*/ 21771 h 206828"/>
              <a:gd name="connsiteX2" fmla="*/ 1371600 w 1371600"/>
              <a:gd name="connsiteY2" fmla="*/ 119743 h 206828"/>
              <a:gd name="connsiteX3" fmla="*/ 522515 w 1371600"/>
              <a:gd name="connsiteY3" fmla="*/ 130628 h 206828"/>
              <a:gd name="connsiteX4" fmla="*/ 511629 w 1371600"/>
              <a:gd name="connsiteY4" fmla="*/ 206828 h 206828"/>
              <a:gd name="connsiteX5" fmla="*/ 10886 w 1371600"/>
              <a:gd name="connsiteY5" fmla="*/ 206828 h 206828"/>
              <a:gd name="connsiteX6" fmla="*/ 0 w 1371600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22515 w 1367073"/>
              <a:gd name="connsiteY3" fmla="*/ 130628 h 206828"/>
              <a:gd name="connsiteX4" fmla="*/ 511629 w 1367073"/>
              <a:gd name="connsiteY4" fmla="*/ 206828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8180 w 1367073"/>
              <a:gd name="connsiteY3" fmla="*/ 135909 h 206828"/>
              <a:gd name="connsiteX4" fmla="*/ 511629 w 1367073"/>
              <a:gd name="connsiteY4" fmla="*/ 206828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8180 w 1367073"/>
              <a:gd name="connsiteY3" fmla="*/ 135909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2899 w 1367073"/>
              <a:gd name="connsiteY3" fmla="*/ 135155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21760 w 1367073"/>
              <a:gd name="connsiteY3" fmla="*/ 146472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9846"/>
              <a:gd name="connsiteX1" fmla="*/ 1230086 w 1367073"/>
              <a:gd name="connsiteY1" fmla="*/ 21771 h 209846"/>
              <a:gd name="connsiteX2" fmla="*/ 1367073 w 1367073"/>
              <a:gd name="connsiteY2" fmla="*/ 143886 h 209846"/>
              <a:gd name="connsiteX3" fmla="*/ 521760 w 1367073"/>
              <a:gd name="connsiteY3" fmla="*/ 146472 h 209846"/>
              <a:gd name="connsiteX4" fmla="*/ 507856 w 1367073"/>
              <a:gd name="connsiteY4" fmla="*/ 209846 h 209846"/>
              <a:gd name="connsiteX5" fmla="*/ 10886 w 1367073"/>
              <a:gd name="connsiteY5" fmla="*/ 206828 h 209846"/>
              <a:gd name="connsiteX6" fmla="*/ 0 w 1367073"/>
              <a:gd name="connsiteY6" fmla="*/ 0 h 209846"/>
              <a:gd name="connsiteX0" fmla="*/ 0 w 1367073"/>
              <a:gd name="connsiteY0" fmla="*/ 0 h 209846"/>
              <a:gd name="connsiteX1" fmla="*/ 1230086 w 1367073"/>
              <a:gd name="connsiteY1" fmla="*/ 21771 h 209846"/>
              <a:gd name="connsiteX2" fmla="*/ 1367073 w 1367073"/>
              <a:gd name="connsiteY2" fmla="*/ 143886 h 209846"/>
              <a:gd name="connsiteX3" fmla="*/ 521760 w 1367073"/>
              <a:gd name="connsiteY3" fmla="*/ 146472 h 209846"/>
              <a:gd name="connsiteX4" fmla="*/ 507856 w 1367073"/>
              <a:gd name="connsiteY4" fmla="*/ 209846 h 209846"/>
              <a:gd name="connsiteX5" fmla="*/ 1833 w 1367073"/>
              <a:gd name="connsiteY5" fmla="*/ 208337 h 209846"/>
              <a:gd name="connsiteX6" fmla="*/ 0 w 1367073"/>
              <a:gd name="connsiteY6" fmla="*/ 0 h 209846"/>
              <a:gd name="connsiteX0" fmla="*/ 0 w 1367073"/>
              <a:gd name="connsiteY0" fmla="*/ 0 h 385634"/>
              <a:gd name="connsiteX1" fmla="*/ 1230086 w 1367073"/>
              <a:gd name="connsiteY1" fmla="*/ 21771 h 385634"/>
              <a:gd name="connsiteX2" fmla="*/ 1367073 w 1367073"/>
              <a:gd name="connsiteY2" fmla="*/ 143886 h 385634"/>
              <a:gd name="connsiteX3" fmla="*/ 521760 w 1367073"/>
              <a:gd name="connsiteY3" fmla="*/ 146472 h 385634"/>
              <a:gd name="connsiteX4" fmla="*/ 507856 w 1367073"/>
              <a:gd name="connsiteY4" fmla="*/ 209846 h 385634"/>
              <a:gd name="connsiteX5" fmla="*/ 7869 w 1367073"/>
              <a:gd name="connsiteY5" fmla="*/ 385634 h 385634"/>
              <a:gd name="connsiteX6" fmla="*/ 0 w 1367073"/>
              <a:gd name="connsiteY6" fmla="*/ 0 h 385634"/>
              <a:gd name="connsiteX0" fmla="*/ 0 w 1367073"/>
              <a:gd name="connsiteY0" fmla="*/ 0 h 390161"/>
              <a:gd name="connsiteX1" fmla="*/ 1230086 w 1367073"/>
              <a:gd name="connsiteY1" fmla="*/ 21771 h 390161"/>
              <a:gd name="connsiteX2" fmla="*/ 1367073 w 1367073"/>
              <a:gd name="connsiteY2" fmla="*/ 143886 h 390161"/>
              <a:gd name="connsiteX3" fmla="*/ 521760 w 1367073"/>
              <a:gd name="connsiteY3" fmla="*/ 146472 h 390161"/>
              <a:gd name="connsiteX4" fmla="*/ 1091050 w 1367073"/>
              <a:gd name="connsiteY4" fmla="*/ 390161 h 390161"/>
              <a:gd name="connsiteX5" fmla="*/ 7869 w 1367073"/>
              <a:gd name="connsiteY5" fmla="*/ 385634 h 390161"/>
              <a:gd name="connsiteX6" fmla="*/ 0 w 1367073"/>
              <a:gd name="connsiteY6" fmla="*/ 0 h 390161"/>
              <a:gd name="connsiteX0" fmla="*/ 0 w 1367073"/>
              <a:gd name="connsiteY0" fmla="*/ 0 h 390161"/>
              <a:gd name="connsiteX1" fmla="*/ 1230086 w 1367073"/>
              <a:gd name="connsiteY1" fmla="*/ 21771 h 390161"/>
              <a:gd name="connsiteX2" fmla="*/ 1367073 w 1367073"/>
              <a:gd name="connsiteY2" fmla="*/ 143886 h 390161"/>
              <a:gd name="connsiteX3" fmla="*/ 1023473 w 1367073"/>
              <a:gd name="connsiteY3" fmla="*/ 113276 h 390161"/>
              <a:gd name="connsiteX4" fmla="*/ 1091050 w 1367073"/>
              <a:gd name="connsiteY4" fmla="*/ 390161 h 390161"/>
              <a:gd name="connsiteX5" fmla="*/ 7869 w 1367073"/>
              <a:gd name="connsiteY5" fmla="*/ 385634 h 390161"/>
              <a:gd name="connsiteX6" fmla="*/ 0 w 1367073"/>
              <a:gd name="connsiteY6" fmla="*/ 0 h 390161"/>
              <a:gd name="connsiteX0" fmla="*/ 0 w 1230086"/>
              <a:gd name="connsiteY0" fmla="*/ 0 h 390161"/>
              <a:gd name="connsiteX1" fmla="*/ 1230086 w 1230086"/>
              <a:gd name="connsiteY1" fmla="*/ 21771 h 390161"/>
              <a:gd name="connsiteX2" fmla="*/ 457200 w 1230086"/>
              <a:gd name="connsiteY2" fmla="*/ 113708 h 390161"/>
              <a:gd name="connsiteX3" fmla="*/ 1023473 w 1230086"/>
              <a:gd name="connsiteY3" fmla="*/ 113276 h 390161"/>
              <a:gd name="connsiteX4" fmla="*/ 1091050 w 1230086"/>
              <a:gd name="connsiteY4" fmla="*/ 390161 h 390161"/>
              <a:gd name="connsiteX5" fmla="*/ 7869 w 1230086"/>
              <a:gd name="connsiteY5" fmla="*/ 385634 h 390161"/>
              <a:gd name="connsiteX6" fmla="*/ 0 w 1230086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57200 w 1091050"/>
              <a:gd name="connsiteY2" fmla="*/ 113708 h 390161"/>
              <a:gd name="connsiteX3" fmla="*/ 1023473 w 1091050"/>
              <a:gd name="connsiteY3" fmla="*/ 113276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57200 w 1091050"/>
              <a:gd name="connsiteY2" fmla="*/ 113708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0410 w 1091050"/>
              <a:gd name="connsiteY1" fmla="*/ 1684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0410 w 1091050"/>
              <a:gd name="connsiteY1" fmla="*/ 1684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3106 w 1091050"/>
              <a:gd name="connsiteY5" fmla="*/ 388015 h 390161"/>
              <a:gd name="connsiteX6" fmla="*/ 0 w 1091050"/>
              <a:gd name="connsiteY6" fmla="*/ 0 h 390161"/>
              <a:gd name="connsiteX0" fmla="*/ 2692 w 1088979"/>
              <a:gd name="connsiteY0" fmla="*/ 697 h 388477"/>
              <a:gd name="connsiteX1" fmla="*/ 498339 w 1088979"/>
              <a:gd name="connsiteY1" fmla="*/ 0 h 388477"/>
              <a:gd name="connsiteX2" fmla="*/ 464654 w 1088979"/>
              <a:gd name="connsiteY2" fmla="*/ 104880 h 388477"/>
              <a:gd name="connsiteX3" fmla="*/ 1028546 w 1088979"/>
              <a:gd name="connsiteY3" fmla="*/ 104448 h 388477"/>
              <a:gd name="connsiteX4" fmla="*/ 1088979 w 1088979"/>
              <a:gd name="connsiteY4" fmla="*/ 388477 h 388477"/>
              <a:gd name="connsiteX5" fmla="*/ 1035 w 1088979"/>
              <a:gd name="connsiteY5" fmla="*/ 386331 h 388477"/>
              <a:gd name="connsiteX6" fmla="*/ 2692 w 1088979"/>
              <a:gd name="connsiteY6" fmla="*/ 697 h 388477"/>
              <a:gd name="connsiteX0" fmla="*/ 310 w 1088979"/>
              <a:gd name="connsiteY0" fmla="*/ 697 h 388477"/>
              <a:gd name="connsiteX1" fmla="*/ 498339 w 1088979"/>
              <a:gd name="connsiteY1" fmla="*/ 0 h 388477"/>
              <a:gd name="connsiteX2" fmla="*/ 464654 w 1088979"/>
              <a:gd name="connsiteY2" fmla="*/ 104880 h 388477"/>
              <a:gd name="connsiteX3" fmla="*/ 1028546 w 1088979"/>
              <a:gd name="connsiteY3" fmla="*/ 104448 h 388477"/>
              <a:gd name="connsiteX4" fmla="*/ 1088979 w 1088979"/>
              <a:gd name="connsiteY4" fmla="*/ 388477 h 388477"/>
              <a:gd name="connsiteX5" fmla="*/ 1035 w 1088979"/>
              <a:gd name="connsiteY5" fmla="*/ 386331 h 388477"/>
              <a:gd name="connsiteX6" fmla="*/ 310 w 1088979"/>
              <a:gd name="connsiteY6" fmla="*/ 697 h 388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88979" h="388477">
                <a:moveTo>
                  <a:pt x="310" y="697"/>
                </a:moveTo>
                <a:lnTo>
                  <a:pt x="498339" y="0"/>
                </a:lnTo>
                <a:lnTo>
                  <a:pt x="464654" y="104880"/>
                </a:lnTo>
                <a:lnTo>
                  <a:pt x="1028546" y="104448"/>
                </a:lnTo>
                <a:lnTo>
                  <a:pt x="1088979" y="388477"/>
                </a:lnTo>
                <a:lnTo>
                  <a:pt x="1035" y="386331"/>
                </a:lnTo>
                <a:cubicBezTo>
                  <a:pt x="0" y="256993"/>
                  <a:pt x="1345" y="130035"/>
                  <a:pt x="310" y="69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8" name="Freeform 17"/>
          <p:cNvSpPr/>
          <p:nvPr/>
        </p:nvSpPr>
        <p:spPr bwMode="gray">
          <a:xfrm>
            <a:off x="668880" y="6389202"/>
            <a:ext cx="6048469" cy="160684"/>
          </a:xfrm>
          <a:custGeom>
            <a:avLst/>
            <a:gdLst>
              <a:gd name="connsiteX0" fmla="*/ 0 w 1371600"/>
              <a:gd name="connsiteY0" fmla="*/ 0 h 206828"/>
              <a:gd name="connsiteX1" fmla="*/ 1230086 w 1371600"/>
              <a:gd name="connsiteY1" fmla="*/ 21771 h 206828"/>
              <a:gd name="connsiteX2" fmla="*/ 1371600 w 1371600"/>
              <a:gd name="connsiteY2" fmla="*/ 119743 h 206828"/>
              <a:gd name="connsiteX3" fmla="*/ 522515 w 1371600"/>
              <a:gd name="connsiteY3" fmla="*/ 130628 h 206828"/>
              <a:gd name="connsiteX4" fmla="*/ 511629 w 1371600"/>
              <a:gd name="connsiteY4" fmla="*/ 206828 h 206828"/>
              <a:gd name="connsiteX5" fmla="*/ 10886 w 1371600"/>
              <a:gd name="connsiteY5" fmla="*/ 206828 h 206828"/>
              <a:gd name="connsiteX6" fmla="*/ 0 w 1371600"/>
              <a:gd name="connsiteY6" fmla="*/ 0 h 206828"/>
              <a:gd name="connsiteX0" fmla="*/ 0 w 1371600"/>
              <a:gd name="connsiteY0" fmla="*/ 0 h 206828"/>
              <a:gd name="connsiteX1" fmla="*/ 1230086 w 1371600"/>
              <a:gd name="connsiteY1" fmla="*/ 21771 h 206828"/>
              <a:gd name="connsiteX2" fmla="*/ 1371600 w 1371600"/>
              <a:gd name="connsiteY2" fmla="*/ 119743 h 206828"/>
              <a:gd name="connsiteX3" fmla="*/ 522515 w 1371600"/>
              <a:gd name="connsiteY3" fmla="*/ 130628 h 206828"/>
              <a:gd name="connsiteX4" fmla="*/ 511629 w 1371600"/>
              <a:gd name="connsiteY4" fmla="*/ 206828 h 206828"/>
              <a:gd name="connsiteX5" fmla="*/ 10886 w 1371600"/>
              <a:gd name="connsiteY5" fmla="*/ 206828 h 206828"/>
              <a:gd name="connsiteX6" fmla="*/ 0 w 1371600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22515 w 1367073"/>
              <a:gd name="connsiteY3" fmla="*/ 130628 h 206828"/>
              <a:gd name="connsiteX4" fmla="*/ 511629 w 1367073"/>
              <a:gd name="connsiteY4" fmla="*/ 206828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8180 w 1367073"/>
              <a:gd name="connsiteY3" fmla="*/ 135909 h 206828"/>
              <a:gd name="connsiteX4" fmla="*/ 511629 w 1367073"/>
              <a:gd name="connsiteY4" fmla="*/ 206828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8180 w 1367073"/>
              <a:gd name="connsiteY3" fmla="*/ 135909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2899 w 1367073"/>
              <a:gd name="connsiteY3" fmla="*/ 135155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21760 w 1367073"/>
              <a:gd name="connsiteY3" fmla="*/ 146472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9846"/>
              <a:gd name="connsiteX1" fmla="*/ 1230086 w 1367073"/>
              <a:gd name="connsiteY1" fmla="*/ 21771 h 209846"/>
              <a:gd name="connsiteX2" fmla="*/ 1367073 w 1367073"/>
              <a:gd name="connsiteY2" fmla="*/ 143886 h 209846"/>
              <a:gd name="connsiteX3" fmla="*/ 521760 w 1367073"/>
              <a:gd name="connsiteY3" fmla="*/ 146472 h 209846"/>
              <a:gd name="connsiteX4" fmla="*/ 507856 w 1367073"/>
              <a:gd name="connsiteY4" fmla="*/ 209846 h 209846"/>
              <a:gd name="connsiteX5" fmla="*/ 10886 w 1367073"/>
              <a:gd name="connsiteY5" fmla="*/ 206828 h 209846"/>
              <a:gd name="connsiteX6" fmla="*/ 0 w 1367073"/>
              <a:gd name="connsiteY6" fmla="*/ 0 h 209846"/>
              <a:gd name="connsiteX0" fmla="*/ 0 w 1367073"/>
              <a:gd name="connsiteY0" fmla="*/ 0 h 209846"/>
              <a:gd name="connsiteX1" fmla="*/ 1230086 w 1367073"/>
              <a:gd name="connsiteY1" fmla="*/ 21771 h 209846"/>
              <a:gd name="connsiteX2" fmla="*/ 1367073 w 1367073"/>
              <a:gd name="connsiteY2" fmla="*/ 143886 h 209846"/>
              <a:gd name="connsiteX3" fmla="*/ 521760 w 1367073"/>
              <a:gd name="connsiteY3" fmla="*/ 146472 h 209846"/>
              <a:gd name="connsiteX4" fmla="*/ 507856 w 1367073"/>
              <a:gd name="connsiteY4" fmla="*/ 209846 h 209846"/>
              <a:gd name="connsiteX5" fmla="*/ 1833 w 1367073"/>
              <a:gd name="connsiteY5" fmla="*/ 208337 h 209846"/>
              <a:gd name="connsiteX6" fmla="*/ 0 w 1367073"/>
              <a:gd name="connsiteY6" fmla="*/ 0 h 209846"/>
              <a:gd name="connsiteX0" fmla="*/ 0 w 1367073"/>
              <a:gd name="connsiteY0" fmla="*/ 0 h 385634"/>
              <a:gd name="connsiteX1" fmla="*/ 1230086 w 1367073"/>
              <a:gd name="connsiteY1" fmla="*/ 21771 h 385634"/>
              <a:gd name="connsiteX2" fmla="*/ 1367073 w 1367073"/>
              <a:gd name="connsiteY2" fmla="*/ 143886 h 385634"/>
              <a:gd name="connsiteX3" fmla="*/ 521760 w 1367073"/>
              <a:gd name="connsiteY3" fmla="*/ 146472 h 385634"/>
              <a:gd name="connsiteX4" fmla="*/ 507856 w 1367073"/>
              <a:gd name="connsiteY4" fmla="*/ 209846 h 385634"/>
              <a:gd name="connsiteX5" fmla="*/ 7869 w 1367073"/>
              <a:gd name="connsiteY5" fmla="*/ 385634 h 385634"/>
              <a:gd name="connsiteX6" fmla="*/ 0 w 1367073"/>
              <a:gd name="connsiteY6" fmla="*/ 0 h 385634"/>
              <a:gd name="connsiteX0" fmla="*/ 0 w 1367073"/>
              <a:gd name="connsiteY0" fmla="*/ 0 h 390161"/>
              <a:gd name="connsiteX1" fmla="*/ 1230086 w 1367073"/>
              <a:gd name="connsiteY1" fmla="*/ 21771 h 390161"/>
              <a:gd name="connsiteX2" fmla="*/ 1367073 w 1367073"/>
              <a:gd name="connsiteY2" fmla="*/ 143886 h 390161"/>
              <a:gd name="connsiteX3" fmla="*/ 521760 w 1367073"/>
              <a:gd name="connsiteY3" fmla="*/ 146472 h 390161"/>
              <a:gd name="connsiteX4" fmla="*/ 1091050 w 1367073"/>
              <a:gd name="connsiteY4" fmla="*/ 390161 h 390161"/>
              <a:gd name="connsiteX5" fmla="*/ 7869 w 1367073"/>
              <a:gd name="connsiteY5" fmla="*/ 385634 h 390161"/>
              <a:gd name="connsiteX6" fmla="*/ 0 w 1367073"/>
              <a:gd name="connsiteY6" fmla="*/ 0 h 390161"/>
              <a:gd name="connsiteX0" fmla="*/ 0 w 1367073"/>
              <a:gd name="connsiteY0" fmla="*/ 0 h 390161"/>
              <a:gd name="connsiteX1" fmla="*/ 1230086 w 1367073"/>
              <a:gd name="connsiteY1" fmla="*/ 21771 h 390161"/>
              <a:gd name="connsiteX2" fmla="*/ 1367073 w 1367073"/>
              <a:gd name="connsiteY2" fmla="*/ 143886 h 390161"/>
              <a:gd name="connsiteX3" fmla="*/ 1023473 w 1367073"/>
              <a:gd name="connsiteY3" fmla="*/ 113276 h 390161"/>
              <a:gd name="connsiteX4" fmla="*/ 1091050 w 1367073"/>
              <a:gd name="connsiteY4" fmla="*/ 390161 h 390161"/>
              <a:gd name="connsiteX5" fmla="*/ 7869 w 1367073"/>
              <a:gd name="connsiteY5" fmla="*/ 385634 h 390161"/>
              <a:gd name="connsiteX6" fmla="*/ 0 w 1367073"/>
              <a:gd name="connsiteY6" fmla="*/ 0 h 390161"/>
              <a:gd name="connsiteX0" fmla="*/ 0 w 1230086"/>
              <a:gd name="connsiteY0" fmla="*/ 0 h 390161"/>
              <a:gd name="connsiteX1" fmla="*/ 1230086 w 1230086"/>
              <a:gd name="connsiteY1" fmla="*/ 21771 h 390161"/>
              <a:gd name="connsiteX2" fmla="*/ 457200 w 1230086"/>
              <a:gd name="connsiteY2" fmla="*/ 113708 h 390161"/>
              <a:gd name="connsiteX3" fmla="*/ 1023473 w 1230086"/>
              <a:gd name="connsiteY3" fmla="*/ 113276 h 390161"/>
              <a:gd name="connsiteX4" fmla="*/ 1091050 w 1230086"/>
              <a:gd name="connsiteY4" fmla="*/ 390161 h 390161"/>
              <a:gd name="connsiteX5" fmla="*/ 7869 w 1230086"/>
              <a:gd name="connsiteY5" fmla="*/ 385634 h 390161"/>
              <a:gd name="connsiteX6" fmla="*/ 0 w 1230086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57200 w 1091050"/>
              <a:gd name="connsiteY2" fmla="*/ 113708 h 390161"/>
              <a:gd name="connsiteX3" fmla="*/ 1023473 w 1091050"/>
              <a:gd name="connsiteY3" fmla="*/ 113276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57200 w 1091050"/>
              <a:gd name="connsiteY2" fmla="*/ 113708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0410 w 1091050"/>
              <a:gd name="connsiteY1" fmla="*/ 1684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0410 w 1091050"/>
              <a:gd name="connsiteY1" fmla="*/ 1684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3106 w 1091050"/>
              <a:gd name="connsiteY5" fmla="*/ 388015 h 390161"/>
              <a:gd name="connsiteX6" fmla="*/ 0 w 1091050"/>
              <a:gd name="connsiteY6" fmla="*/ 0 h 390161"/>
              <a:gd name="connsiteX0" fmla="*/ 2692 w 1088979"/>
              <a:gd name="connsiteY0" fmla="*/ 697 h 388477"/>
              <a:gd name="connsiteX1" fmla="*/ 498339 w 1088979"/>
              <a:gd name="connsiteY1" fmla="*/ 0 h 388477"/>
              <a:gd name="connsiteX2" fmla="*/ 464654 w 1088979"/>
              <a:gd name="connsiteY2" fmla="*/ 104880 h 388477"/>
              <a:gd name="connsiteX3" fmla="*/ 1028546 w 1088979"/>
              <a:gd name="connsiteY3" fmla="*/ 104448 h 388477"/>
              <a:gd name="connsiteX4" fmla="*/ 1088979 w 1088979"/>
              <a:gd name="connsiteY4" fmla="*/ 388477 h 388477"/>
              <a:gd name="connsiteX5" fmla="*/ 1035 w 1088979"/>
              <a:gd name="connsiteY5" fmla="*/ 386331 h 388477"/>
              <a:gd name="connsiteX6" fmla="*/ 2692 w 1088979"/>
              <a:gd name="connsiteY6" fmla="*/ 697 h 388477"/>
              <a:gd name="connsiteX0" fmla="*/ 310 w 1088979"/>
              <a:gd name="connsiteY0" fmla="*/ 697 h 388477"/>
              <a:gd name="connsiteX1" fmla="*/ 498339 w 1088979"/>
              <a:gd name="connsiteY1" fmla="*/ 0 h 388477"/>
              <a:gd name="connsiteX2" fmla="*/ 464654 w 1088979"/>
              <a:gd name="connsiteY2" fmla="*/ 104880 h 388477"/>
              <a:gd name="connsiteX3" fmla="*/ 1028546 w 1088979"/>
              <a:gd name="connsiteY3" fmla="*/ 104448 h 388477"/>
              <a:gd name="connsiteX4" fmla="*/ 1088979 w 1088979"/>
              <a:gd name="connsiteY4" fmla="*/ 388477 h 388477"/>
              <a:gd name="connsiteX5" fmla="*/ 1035 w 1088979"/>
              <a:gd name="connsiteY5" fmla="*/ 386331 h 388477"/>
              <a:gd name="connsiteX6" fmla="*/ 310 w 1088979"/>
              <a:gd name="connsiteY6" fmla="*/ 697 h 388477"/>
              <a:gd name="connsiteX0" fmla="*/ 310 w 1088979"/>
              <a:gd name="connsiteY0" fmla="*/ 697 h 388477"/>
              <a:gd name="connsiteX1" fmla="*/ 498339 w 1088979"/>
              <a:gd name="connsiteY1" fmla="*/ 0 h 388477"/>
              <a:gd name="connsiteX2" fmla="*/ 1028546 w 1088979"/>
              <a:gd name="connsiteY2" fmla="*/ 104448 h 388477"/>
              <a:gd name="connsiteX3" fmla="*/ 1088979 w 1088979"/>
              <a:gd name="connsiteY3" fmla="*/ 388477 h 388477"/>
              <a:gd name="connsiteX4" fmla="*/ 1035 w 1088979"/>
              <a:gd name="connsiteY4" fmla="*/ 386331 h 388477"/>
              <a:gd name="connsiteX5" fmla="*/ 310 w 1088979"/>
              <a:gd name="connsiteY5" fmla="*/ 697 h 388477"/>
              <a:gd name="connsiteX0" fmla="*/ 310 w 1088979"/>
              <a:gd name="connsiteY0" fmla="*/ 0 h 387780"/>
              <a:gd name="connsiteX1" fmla="*/ 1028546 w 1088979"/>
              <a:gd name="connsiteY1" fmla="*/ 103751 h 387780"/>
              <a:gd name="connsiteX2" fmla="*/ 1088979 w 1088979"/>
              <a:gd name="connsiteY2" fmla="*/ 387780 h 387780"/>
              <a:gd name="connsiteX3" fmla="*/ 1035 w 1088979"/>
              <a:gd name="connsiteY3" fmla="*/ 385634 h 387780"/>
              <a:gd name="connsiteX4" fmla="*/ 310 w 1088979"/>
              <a:gd name="connsiteY4" fmla="*/ 0 h 387780"/>
              <a:gd name="connsiteX0" fmla="*/ 49471 w 1088979"/>
              <a:gd name="connsiteY0" fmla="*/ 0 h 393431"/>
              <a:gd name="connsiteX1" fmla="*/ 1028546 w 1088979"/>
              <a:gd name="connsiteY1" fmla="*/ 109402 h 393431"/>
              <a:gd name="connsiteX2" fmla="*/ 1088979 w 1088979"/>
              <a:gd name="connsiteY2" fmla="*/ 393431 h 393431"/>
              <a:gd name="connsiteX3" fmla="*/ 1035 w 1088979"/>
              <a:gd name="connsiteY3" fmla="*/ 391285 h 393431"/>
              <a:gd name="connsiteX4" fmla="*/ 49471 w 1088979"/>
              <a:gd name="connsiteY4" fmla="*/ 0 h 393431"/>
              <a:gd name="connsiteX0" fmla="*/ 48436 w 1087944"/>
              <a:gd name="connsiteY0" fmla="*/ 0 h 393431"/>
              <a:gd name="connsiteX1" fmla="*/ 1027511 w 1087944"/>
              <a:gd name="connsiteY1" fmla="*/ 109402 h 393431"/>
              <a:gd name="connsiteX2" fmla="*/ 1087944 w 1087944"/>
              <a:gd name="connsiteY2" fmla="*/ 393431 h 393431"/>
              <a:gd name="connsiteX3" fmla="*/ 0 w 1087944"/>
              <a:gd name="connsiteY3" fmla="*/ 391285 h 393431"/>
              <a:gd name="connsiteX4" fmla="*/ 48436 w 1087944"/>
              <a:gd name="connsiteY4" fmla="*/ 0 h 393431"/>
              <a:gd name="connsiteX0" fmla="*/ 48436 w 4472120"/>
              <a:gd name="connsiteY0" fmla="*/ 0 h 391284"/>
              <a:gd name="connsiteX1" fmla="*/ 1027511 w 4472120"/>
              <a:gd name="connsiteY1" fmla="*/ 109402 h 391284"/>
              <a:gd name="connsiteX2" fmla="*/ 4472120 w 4472120"/>
              <a:gd name="connsiteY2" fmla="*/ 321302 h 391284"/>
              <a:gd name="connsiteX3" fmla="*/ 0 w 4472120"/>
              <a:gd name="connsiteY3" fmla="*/ 391285 h 391284"/>
              <a:gd name="connsiteX4" fmla="*/ 48436 w 4472120"/>
              <a:gd name="connsiteY4" fmla="*/ 0 h 391284"/>
              <a:gd name="connsiteX0" fmla="*/ 48436 w 4550640"/>
              <a:gd name="connsiteY0" fmla="*/ 0 h 391284"/>
              <a:gd name="connsiteX1" fmla="*/ 4550640 w 4550640"/>
              <a:gd name="connsiteY1" fmla="*/ 37273 h 391284"/>
              <a:gd name="connsiteX2" fmla="*/ 4472120 w 4550640"/>
              <a:gd name="connsiteY2" fmla="*/ 321302 h 391284"/>
              <a:gd name="connsiteX3" fmla="*/ 0 w 4550640"/>
              <a:gd name="connsiteY3" fmla="*/ 391285 h 391284"/>
              <a:gd name="connsiteX4" fmla="*/ 48436 w 4550640"/>
              <a:gd name="connsiteY4" fmla="*/ 0 h 391284"/>
              <a:gd name="connsiteX0" fmla="*/ 48436 w 4562546"/>
              <a:gd name="connsiteY0" fmla="*/ 0 h 391284"/>
              <a:gd name="connsiteX1" fmla="*/ 4562546 w 4562546"/>
              <a:gd name="connsiteY1" fmla="*/ 119386 h 391284"/>
              <a:gd name="connsiteX2" fmla="*/ 4472120 w 4562546"/>
              <a:gd name="connsiteY2" fmla="*/ 321302 h 391284"/>
              <a:gd name="connsiteX3" fmla="*/ 0 w 4562546"/>
              <a:gd name="connsiteY3" fmla="*/ 391285 h 391284"/>
              <a:gd name="connsiteX4" fmla="*/ 48436 w 4562546"/>
              <a:gd name="connsiteY4" fmla="*/ 0 h 391284"/>
              <a:gd name="connsiteX0" fmla="*/ 48436 w 4536352"/>
              <a:gd name="connsiteY0" fmla="*/ 0 h 391284"/>
              <a:gd name="connsiteX1" fmla="*/ 4536352 w 4536352"/>
              <a:gd name="connsiteY1" fmla="*/ 48223 h 391284"/>
              <a:gd name="connsiteX2" fmla="*/ 4472120 w 4536352"/>
              <a:gd name="connsiteY2" fmla="*/ 321302 h 391284"/>
              <a:gd name="connsiteX3" fmla="*/ 0 w 4536352"/>
              <a:gd name="connsiteY3" fmla="*/ 391285 h 391284"/>
              <a:gd name="connsiteX4" fmla="*/ 48436 w 4536352"/>
              <a:gd name="connsiteY4" fmla="*/ 0 h 391284"/>
              <a:gd name="connsiteX0" fmla="*/ 55580 w 4536352"/>
              <a:gd name="connsiteY0" fmla="*/ 0 h 363914"/>
              <a:gd name="connsiteX1" fmla="*/ 4536352 w 4536352"/>
              <a:gd name="connsiteY1" fmla="*/ 20853 h 363914"/>
              <a:gd name="connsiteX2" fmla="*/ 4472120 w 4536352"/>
              <a:gd name="connsiteY2" fmla="*/ 293932 h 363914"/>
              <a:gd name="connsiteX3" fmla="*/ 0 w 4536352"/>
              <a:gd name="connsiteY3" fmla="*/ 363915 h 363914"/>
              <a:gd name="connsiteX4" fmla="*/ 55580 w 4536352"/>
              <a:gd name="connsiteY4" fmla="*/ 0 h 363914"/>
              <a:gd name="connsiteX0" fmla="*/ 131780 w 4536352"/>
              <a:gd name="connsiteY0" fmla="*/ 154319 h 343061"/>
              <a:gd name="connsiteX1" fmla="*/ 4536352 w 4536352"/>
              <a:gd name="connsiteY1" fmla="*/ 0 h 343061"/>
              <a:gd name="connsiteX2" fmla="*/ 4472120 w 4536352"/>
              <a:gd name="connsiteY2" fmla="*/ 273079 h 343061"/>
              <a:gd name="connsiteX3" fmla="*/ 0 w 4536352"/>
              <a:gd name="connsiteY3" fmla="*/ 343062 h 343061"/>
              <a:gd name="connsiteX4" fmla="*/ 131780 w 4536352"/>
              <a:gd name="connsiteY4" fmla="*/ 154319 h 343061"/>
              <a:gd name="connsiteX0" fmla="*/ 48436 w 4536352"/>
              <a:gd name="connsiteY0" fmla="*/ 0 h 369387"/>
              <a:gd name="connsiteX1" fmla="*/ 4536352 w 4536352"/>
              <a:gd name="connsiteY1" fmla="*/ 26326 h 369387"/>
              <a:gd name="connsiteX2" fmla="*/ 4472120 w 4536352"/>
              <a:gd name="connsiteY2" fmla="*/ 299405 h 369387"/>
              <a:gd name="connsiteX3" fmla="*/ 0 w 4536352"/>
              <a:gd name="connsiteY3" fmla="*/ 369388 h 369387"/>
              <a:gd name="connsiteX4" fmla="*/ 48436 w 4536352"/>
              <a:gd name="connsiteY4" fmla="*/ 0 h 369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36352" h="369387">
                <a:moveTo>
                  <a:pt x="48436" y="0"/>
                </a:moveTo>
                <a:lnTo>
                  <a:pt x="4536352" y="26326"/>
                </a:lnTo>
                <a:lnTo>
                  <a:pt x="4472120" y="299405"/>
                </a:lnTo>
                <a:lnTo>
                  <a:pt x="0" y="369388"/>
                </a:lnTo>
                <a:lnTo>
                  <a:pt x="48436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9" name="Freeform 18"/>
          <p:cNvSpPr/>
          <p:nvPr/>
        </p:nvSpPr>
        <p:spPr bwMode="gray">
          <a:xfrm>
            <a:off x="1411361" y="6550388"/>
            <a:ext cx="9519352" cy="318498"/>
          </a:xfrm>
          <a:custGeom>
            <a:avLst/>
            <a:gdLst>
              <a:gd name="connsiteX0" fmla="*/ 0 w 1371600"/>
              <a:gd name="connsiteY0" fmla="*/ 0 h 206828"/>
              <a:gd name="connsiteX1" fmla="*/ 1230086 w 1371600"/>
              <a:gd name="connsiteY1" fmla="*/ 21771 h 206828"/>
              <a:gd name="connsiteX2" fmla="*/ 1371600 w 1371600"/>
              <a:gd name="connsiteY2" fmla="*/ 119743 h 206828"/>
              <a:gd name="connsiteX3" fmla="*/ 522515 w 1371600"/>
              <a:gd name="connsiteY3" fmla="*/ 130628 h 206828"/>
              <a:gd name="connsiteX4" fmla="*/ 511629 w 1371600"/>
              <a:gd name="connsiteY4" fmla="*/ 206828 h 206828"/>
              <a:gd name="connsiteX5" fmla="*/ 10886 w 1371600"/>
              <a:gd name="connsiteY5" fmla="*/ 206828 h 206828"/>
              <a:gd name="connsiteX6" fmla="*/ 0 w 1371600"/>
              <a:gd name="connsiteY6" fmla="*/ 0 h 206828"/>
              <a:gd name="connsiteX0" fmla="*/ 0 w 1371600"/>
              <a:gd name="connsiteY0" fmla="*/ 0 h 206828"/>
              <a:gd name="connsiteX1" fmla="*/ 1230086 w 1371600"/>
              <a:gd name="connsiteY1" fmla="*/ 21771 h 206828"/>
              <a:gd name="connsiteX2" fmla="*/ 1371600 w 1371600"/>
              <a:gd name="connsiteY2" fmla="*/ 119743 h 206828"/>
              <a:gd name="connsiteX3" fmla="*/ 522515 w 1371600"/>
              <a:gd name="connsiteY3" fmla="*/ 130628 h 206828"/>
              <a:gd name="connsiteX4" fmla="*/ 511629 w 1371600"/>
              <a:gd name="connsiteY4" fmla="*/ 206828 h 206828"/>
              <a:gd name="connsiteX5" fmla="*/ 10886 w 1371600"/>
              <a:gd name="connsiteY5" fmla="*/ 206828 h 206828"/>
              <a:gd name="connsiteX6" fmla="*/ 0 w 1371600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22515 w 1367073"/>
              <a:gd name="connsiteY3" fmla="*/ 130628 h 206828"/>
              <a:gd name="connsiteX4" fmla="*/ 511629 w 1367073"/>
              <a:gd name="connsiteY4" fmla="*/ 206828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8180 w 1367073"/>
              <a:gd name="connsiteY3" fmla="*/ 135909 h 206828"/>
              <a:gd name="connsiteX4" fmla="*/ 511629 w 1367073"/>
              <a:gd name="connsiteY4" fmla="*/ 206828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8180 w 1367073"/>
              <a:gd name="connsiteY3" fmla="*/ 135909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2899 w 1367073"/>
              <a:gd name="connsiteY3" fmla="*/ 135155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21760 w 1367073"/>
              <a:gd name="connsiteY3" fmla="*/ 146472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9846"/>
              <a:gd name="connsiteX1" fmla="*/ 1230086 w 1367073"/>
              <a:gd name="connsiteY1" fmla="*/ 21771 h 209846"/>
              <a:gd name="connsiteX2" fmla="*/ 1367073 w 1367073"/>
              <a:gd name="connsiteY2" fmla="*/ 143886 h 209846"/>
              <a:gd name="connsiteX3" fmla="*/ 521760 w 1367073"/>
              <a:gd name="connsiteY3" fmla="*/ 146472 h 209846"/>
              <a:gd name="connsiteX4" fmla="*/ 507856 w 1367073"/>
              <a:gd name="connsiteY4" fmla="*/ 209846 h 209846"/>
              <a:gd name="connsiteX5" fmla="*/ 10886 w 1367073"/>
              <a:gd name="connsiteY5" fmla="*/ 206828 h 209846"/>
              <a:gd name="connsiteX6" fmla="*/ 0 w 1367073"/>
              <a:gd name="connsiteY6" fmla="*/ 0 h 209846"/>
              <a:gd name="connsiteX0" fmla="*/ 0 w 1367073"/>
              <a:gd name="connsiteY0" fmla="*/ 0 h 209846"/>
              <a:gd name="connsiteX1" fmla="*/ 1230086 w 1367073"/>
              <a:gd name="connsiteY1" fmla="*/ 21771 h 209846"/>
              <a:gd name="connsiteX2" fmla="*/ 1367073 w 1367073"/>
              <a:gd name="connsiteY2" fmla="*/ 143886 h 209846"/>
              <a:gd name="connsiteX3" fmla="*/ 521760 w 1367073"/>
              <a:gd name="connsiteY3" fmla="*/ 146472 h 209846"/>
              <a:gd name="connsiteX4" fmla="*/ 507856 w 1367073"/>
              <a:gd name="connsiteY4" fmla="*/ 209846 h 209846"/>
              <a:gd name="connsiteX5" fmla="*/ 1833 w 1367073"/>
              <a:gd name="connsiteY5" fmla="*/ 208337 h 209846"/>
              <a:gd name="connsiteX6" fmla="*/ 0 w 1367073"/>
              <a:gd name="connsiteY6" fmla="*/ 0 h 209846"/>
              <a:gd name="connsiteX0" fmla="*/ 0 w 1367073"/>
              <a:gd name="connsiteY0" fmla="*/ 0 h 385634"/>
              <a:gd name="connsiteX1" fmla="*/ 1230086 w 1367073"/>
              <a:gd name="connsiteY1" fmla="*/ 21771 h 385634"/>
              <a:gd name="connsiteX2" fmla="*/ 1367073 w 1367073"/>
              <a:gd name="connsiteY2" fmla="*/ 143886 h 385634"/>
              <a:gd name="connsiteX3" fmla="*/ 521760 w 1367073"/>
              <a:gd name="connsiteY3" fmla="*/ 146472 h 385634"/>
              <a:gd name="connsiteX4" fmla="*/ 507856 w 1367073"/>
              <a:gd name="connsiteY4" fmla="*/ 209846 h 385634"/>
              <a:gd name="connsiteX5" fmla="*/ 7869 w 1367073"/>
              <a:gd name="connsiteY5" fmla="*/ 385634 h 385634"/>
              <a:gd name="connsiteX6" fmla="*/ 0 w 1367073"/>
              <a:gd name="connsiteY6" fmla="*/ 0 h 385634"/>
              <a:gd name="connsiteX0" fmla="*/ 0 w 1367073"/>
              <a:gd name="connsiteY0" fmla="*/ 0 h 390161"/>
              <a:gd name="connsiteX1" fmla="*/ 1230086 w 1367073"/>
              <a:gd name="connsiteY1" fmla="*/ 21771 h 390161"/>
              <a:gd name="connsiteX2" fmla="*/ 1367073 w 1367073"/>
              <a:gd name="connsiteY2" fmla="*/ 143886 h 390161"/>
              <a:gd name="connsiteX3" fmla="*/ 521760 w 1367073"/>
              <a:gd name="connsiteY3" fmla="*/ 146472 h 390161"/>
              <a:gd name="connsiteX4" fmla="*/ 1091050 w 1367073"/>
              <a:gd name="connsiteY4" fmla="*/ 390161 h 390161"/>
              <a:gd name="connsiteX5" fmla="*/ 7869 w 1367073"/>
              <a:gd name="connsiteY5" fmla="*/ 385634 h 390161"/>
              <a:gd name="connsiteX6" fmla="*/ 0 w 1367073"/>
              <a:gd name="connsiteY6" fmla="*/ 0 h 390161"/>
              <a:gd name="connsiteX0" fmla="*/ 0 w 1367073"/>
              <a:gd name="connsiteY0" fmla="*/ 0 h 390161"/>
              <a:gd name="connsiteX1" fmla="*/ 1230086 w 1367073"/>
              <a:gd name="connsiteY1" fmla="*/ 21771 h 390161"/>
              <a:gd name="connsiteX2" fmla="*/ 1367073 w 1367073"/>
              <a:gd name="connsiteY2" fmla="*/ 143886 h 390161"/>
              <a:gd name="connsiteX3" fmla="*/ 1023473 w 1367073"/>
              <a:gd name="connsiteY3" fmla="*/ 113276 h 390161"/>
              <a:gd name="connsiteX4" fmla="*/ 1091050 w 1367073"/>
              <a:gd name="connsiteY4" fmla="*/ 390161 h 390161"/>
              <a:gd name="connsiteX5" fmla="*/ 7869 w 1367073"/>
              <a:gd name="connsiteY5" fmla="*/ 385634 h 390161"/>
              <a:gd name="connsiteX6" fmla="*/ 0 w 1367073"/>
              <a:gd name="connsiteY6" fmla="*/ 0 h 390161"/>
              <a:gd name="connsiteX0" fmla="*/ 0 w 1230086"/>
              <a:gd name="connsiteY0" fmla="*/ 0 h 390161"/>
              <a:gd name="connsiteX1" fmla="*/ 1230086 w 1230086"/>
              <a:gd name="connsiteY1" fmla="*/ 21771 h 390161"/>
              <a:gd name="connsiteX2" fmla="*/ 457200 w 1230086"/>
              <a:gd name="connsiteY2" fmla="*/ 113708 h 390161"/>
              <a:gd name="connsiteX3" fmla="*/ 1023473 w 1230086"/>
              <a:gd name="connsiteY3" fmla="*/ 113276 h 390161"/>
              <a:gd name="connsiteX4" fmla="*/ 1091050 w 1230086"/>
              <a:gd name="connsiteY4" fmla="*/ 390161 h 390161"/>
              <a:gd name="connsiteX5" fmla="*/ 7869 w 1230086"/>
              <a:gd name="connsiteY5" fmla="*/ 385634 h 390161"/>
              <a:gd name="connsiteX6" fmla="*/ 0 w 1230086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57200 w 1091050"/>
              <a:gd name="connsiteY2" fmla="*/ 113708 h 390161"/>
              <a:gd name="connsiteX3" fmla="*/ 1023473 w 1091050"/>
              <a:gd name="connsiteY3" fmla="*/ 113276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57200 w 1091050"/>
              <a:gd name="connsiteY2" fmla="*/ 113708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0410 w 1091050"/>
              <a:gd name="connsiteY1" fmla="*/ 1684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0410 w 1091050"/>
              <a:gd name="connsiteY1" fmla="*/ 1684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3106 w 1091050"/>
              <a:gd name="connsiteY5" fmla="*/ 388015 h 390161"/>
              <a:gd name="connsiteX6" fmla="*/ 0 w 1091050"/>
              <a:gd name="connsiteY6" fmla="*/ 0 h 390161"/>
              <a:gd name="connsiteX0" fmla="*/ 2692 w 1088979"/>
              <a:gd name="connsiteY0" fmla="*/ 697 h 388477"/>
              <a:gd name="connsiteX1" fmla="*/ 498339 w 1088979"/>
              <a:gd name="connsiteY1" fmla="*/ 0 h 388477"/>
              <a:gd name="connsiteX2" fmla="*/ 464654 w 1088979"/>
              <a:gd name="connsiteY2" fmla="*/ 104880 h 388477"/>
              <a:gd name="connsiteX3" fmla="*/ 1028546 w 1088979"/>
              <a:gd name="connsiteY3" fmla="*/ 104448 h 388477"/>
              <a:gd name="connsiteX4" fmla="*/ 1088979 w 1088979"/>
              <a:gd name="connsiteY4" fmla="*/ 388477 h 388477"/>
              <a:gd name="connsiteX5" fmla="*/ 1035 w 1088979"/>
              <a:gd name="connsiteY5" fmla="*/ 386331 h 388477"/>
              <a:gd name="connsiteX6" fmla="*/ 2692 w 1088979"/>
              <a:gd name="connsiteY6" fmla="*/ 697 h 388477"/>
              <a:gd name="connsiteX0" fmla="*/ 310 w 1088979"/>
              <a:gd name="connsiteY0" fmla="*/ 697 h 388477"/>
              <a:gd name="connsiteX1" fmla="*/ 498339 w 1088979"/>
              <a:gd name="connsiteY1" fmla="*/ 0 h 388477"/>
              <a:gd name="connsiteX2" fmla="*/ 464654 w 1088979"/>
              <a:gd name="connsiteY2" fmla="*/ 104880 h 388477"/>
              <a:gd name="connsiteX3" fmla="*/ 1028546 w 1088979"/>
              <a:gd name="connsiteY3" fmla="*/ 104448 h 388477"/>
              <a:gd name="connsiteX4" fmla="*/ 1088979 w 1088979"/>
              <a:gd name="connsiteY4" fmla="*/ 388477 h 388477"/>
              <a:gd name="connsiteX5" fmla="*/ 1035 w 1088979"/>
              <a:gd name="connsiteY5" fmla="*/ 386331 h 388477"/>
              <a:gd name="connsiteX6" fmla="*/ 310 w 1088979"/>
              <a:gd name="connsiteY6" fmla="*/ 697 h 388477"/>
              <a:gd name="connsiteX0" fmla="*/ 310 w 1088979"/>
              <a:gd name="connsiteY0" fmla="*/ 697 h 388477"/>
              <a:gd name="connsiteX1" fmla="*/ 498339 w 1088979"/>
              <a:gd name="connsiteY1" fmla="*/ 0 h 388477"/>
              <a:gd name="connsiteX2" fmla="*/ 1028546 w 1088979"/>
              <a:gd name="connsiteY2" fmla="*/ 104448 h 388477"/>
              <a:gd name="connsiteX3" fmla="*/ 1088979 w 1088979"/>
              <a:gd name="connsiteY3" fmla="*/ 388477 h 388477"/>
              <a:gd name="connsiteX4" fmla="*/ 1035 w 1088979"/>
              <a:gd name="connsiteY4" fmla="*/ 386331 h 388477"/>
              <a:gd name="connsiteX5" fmla="*/ 310 w 1088979"/>
              <a:gd name="connsiteY5" fmla="*/ 697 h 388477"/>
              <a:gd name="connsiteX0" fmla="*/ 310 w 1088979"/>
              <a:gd name="connsiteY0" fmla="*/ 0 h 387780"/>
              <a:gd name="connsiteX1" fmla="*/ 1028546 w 1088979"/>
              <a:gd name="connsiteY1" fmla="*/ 103751 h 387780"/>
              <a:gd name="connsiteX2" fmla="*/ 1088979 w 1088979"/>
              <a:gd name="connsiteY2" fmla="*/ 387780 h 387780"/>
              <a:gd name="connsiteX3" fmla="*/ 1035 w 1088979"/>
              <a:gd name="connsiteY3" fmla="*/ 385634 h 387780"/>
              <a:gd name="connsiteX4" fmla="*/ 310 w 1088979"/>
              <a:gd name="connsiteY4" fmla="*/ 0 h 387780"/>
              <a:gd name="connsiteX0" fmla="*/ 49471 w 1088979"/>
              <a:gd name="connsiteY0" fmla="*/ 0 h 393431"/>
              <a:gd name="connsiteX1" fmla="*/ 1028546 w 1088979"/>
              <a:gd name="connsiteY1" fmla="*/ 109402 h 393431"/>
              <a:gd name="connsiteX2" fmla="*/ 1088979 w 1088979"/>
              <a:gd name="connsiteY2" fmla="*/ 393431 h 393431"/>
              <a:gd name="connsiteX3" fmla="*/ 1035 w 1088979"/>
              <a:gd name="connsiteY3" fmla="*/ 391285 h 393431"/>
              <a:gd name="connsiteX4" fmla="*/ 49471 w 1088979"/>
              <a:gd name="connsiteY4" fmla="*/ 0 h 393431"/>
              <a:gd name="connsiteX0" fmla="*/ 48436 w 1087944"/>
              <a:gd name="connsiteY0" fmla="*/ 0 h 393431"/>
              <a:gd name="connsiteX1" fmla="*/ 1027511 w 1087944"/>
              <a:gd name="connsiteY1" fmla="*/ 109402 h 393431"/>
              <a:gd name="connsiteX2" fmla="*/ 1087944 w 1087944"/>
              <a:gd name="connsiteY2" fmla="*/ 393431 h 393431"/>
              <a:gd name="connsiteX3" fmla="*/ 0 w 1087944"/>
              <a:gd name="connsiteY3" fmla="*/ 391285 h 393431"/>
              <a:gd name="connsiteX4" fmla="*/ 48436 w 1087944"/>
              <a:gd name="connsiteY4" fmla="*/ 0 h 393431"/>
              <a:gd name="connsiteX0" fmla="*/ 48436 w 4472120"/>
              <a:gd name="connsiteY0" fmla="*/ 0 h 391284"/>
              <a:gd name="connsiteX1" fmla="*/ 1027511 w 4472120"/>
              <a:gd name="connsiteY1" fmla="*/ 109402 h 391284"/>
              <a:gd name="connsiteX2" fmla="*/ 4472120 w 4472120"/>
              <a:gd name="connsiteY2" fmla="*/ 321302 h 391284"/>
              <a:gd name="connsiteX3" fmla="*/ 0 w 4472120"/>
              <a:gd name="connsiteY3" fmla="*/ 391285 h 391284"/>
              <a:gd name="connsiteX4" fmla="*/ 48436 w 4472120"/>
              <a:gd name="connsiteY4" fmla="*/ 0 h 391284"/>
              <a:gd name="connsiteX0" fmla="*/ 48436 w 4550640"/>
              <a:gd name="connsiteY0" fmla="*/ 0 h 391284"/>
              <a:gd name="connsiteX1" fmla="*/ 4550640 w 4550640"/>
              <a:gd name="connsiteY1" fmla="*/ 37273 h 391284"/>
              <a:gd name="connsiteX2" fmla="*/ 4472120 w 4550640"/>
              <a:gd name="connsiteY2" fmla="*/ 321302 h 391284"/>
              <a:gd name="connsiteX3" fmla="*/ 0 w 4550640"/>
              <a:gd name="connsiteY3" fmla="*/ 391285 h 391284"/>
              <a:gd name="connsiteX4" fmla="*/ 48436 w 4550640"/>
              <a:gd name="connsiteY4" fmla="*/ 0 h 391284"/>
              <a:gd name="connsiteX0" fmla="*/ 48436 w 4562546"/>
              <a:gd name="connsiteY0" fmla="*/ 0 h 391284"/>
              <a:gd name="connsiteX1" fmla="*/ 4562546 w 4562546"/>
              <a:gd name="connsiteY1" fmla="*/ 119386 h 391284"/>
              <a:gd name="connsiteX2" fmla="*/ 4472120 w 4562546"/>
              <a:gd name="connsiteY2" fmla="*/ 321302 h 391284"/>
              <a:gd name="connsiteX3" fmla="*/ 0 w 4562546"/>
              <a:gd name="connsiteY3" fmla="*/ 391285 h 391284"/>
              <a:gd name="connsiteX4" fmla="*/ 48436 w 4562546"/>
              <a:gd name="connsiteY4" fmla="*/ 0 h 391284"/>
              <a:gd name="connsiteX0" fmla="*/ 48436 w 4536352"/>
              <a:gd name="connsiteY0" fmla="*/ 0 h 391284"/>
              <a:gd name="connsiteX1" fmla="*/ 4536352 w 4536352"/>
              <a:gd name="connsiteY1" fmla="*/ 48223 h 391284"/>
              <a:gd name="connsiteX2" fmla="*/ 4472120 w 4536352"/>
              <a:gd name="connsiteY2" fmla="*/ 321302 h 391284"/>
              <a:gd name="connsiteX3" fmla="*/ 0 w 4536352"/>
              <a:gd name="connsiteY3" fmla="*/ 391285 h 391284"/>
              <a:gd name="connsiteX4" fmla="*/ 48436 w 4536352"/>
              <a:gd name="connsiteY4" fmla="*/ 0 h 391284"/>
              <a:gd name="connsiteX0" fmla="*/ 55580 w 4536352"/>
              <a:gd name="connsiteY0" fmla="*/ 0 h 363914"/>
              <a:gd name="connsiteX1" fmla="*/ 4536352 w 4536352"/>
              <a:gd name="connsiteY1" fmla="*/ 20853 h 363914"/>
              <a:gd name="connsiteX2" fmla="*/ 4472120 w 4536352"/>
              <a:gd name="connsiteY2" fmla="*/ 293932 h 363914"/>
              <a:gd name="connsiteX3" fmla="*/ 0 w 4536352"/>
              <a:gd name="connsiteY3" fmla="*/ 363915 h 363914"/>
              <a:gd name="connsiteX4" fmla="*/ 55580 w 4536352"/>
              <a:gd name="connsiteY4" fmla="*/ 0 h 363914"/>
              <a:gd name="connsiteX0" fmla="*/ 131780 w 4536352"/>
              <a:gd name="connsiteY0" fmla="*/ 154319 h 343061"/>
              <a:gd name="connsiteX1" fmla="*/ 4536352 w 4536352"/>
              <a:gd name="connsiteY1" fmla="*/ 0 h 343061"/>
              <a:gd name="connsiteX2" fmla="*/ 4472120 w 4536352"/>
              <a:gd name="connsiteY2" fmla="*/ 273079 h 343061"/>
              <a:gd name="connsiteX3" fmla="*/ 0 w 4536352"/>
              <a:gd name="connsiteY3" fmla="*/ 343062 h 343061"/>
              <a:gd name="connsiteX4" fmla="*/ 131780 w 4536352"/>
              <a:gd name="connsiteY4" fmla="*/ 154319 h 343061"/>
              <a:gd name="connsiteX0" fmla="*/ 48436 w 4536352"/>
              <a:gd name="connsiteY0" fmla="*/ 0 h 369387"/>
              <a:gd name="connsiteX1" fmla="*/ 4536352 w 4536352"/>
              <a:gd name="connsiteY1" fmla="*/ 26326 h 369387"/>
              <a:gd name="connsiteX2" fmla="*/ 4472120 w 4536352"/>
              <a:gd name="connsiteY2" fmla="*/ 299405 h 369387"/>
              <a:gd name="connsiteX3" fmla="*/ 0 w 4536352"/>
              <a:gd name="connsiteY3" fmla="*/ 369388 h 369387"/>
              <a:gd name="connsiteX4" fmla="*/ 48436 w 4536352"/>
              <a:gd name="connsiteY4" fmla="*/ 0 h 369387"/>
              <a:gd name="connsiteX0" fmla="*/ 48436 w 4536352"/>
              <a:gd name="connsiteY0" fmla="*/ 0 h 369388"/>
              <a:gd name="connsiteX1" fmla="*/ 4536352 w 4536352"/>
              <a:gd name="connsiteY1" fmla="*/ 26326 h 369388"/>
              <a:gd name="connsiteX2" fmla="*/ 4507345 w 4536352"/>
              <a:gd name="connsiteY2" fmla="*/ 341536 h 369388"/>
              <a:gd name="connsiteX3" fmla="*/ 0 w 4536352"/>
              <a:gd name="connsiteY3" fmla="*/ 369388 h 369388"/>
              <a:gd name="connsiteX4" fmla="*/ 48436 w 4536352"/>
              <a:gd name="connsiteY4" fmla="*/ 0 h 369388"/>
              <a:gd name="connsiteX0" fmla="*/ 0 w 4601879"/>
              <a:gd name="connsiteY0" fmla="*/ 52440 h 343062"/>
              <a:gd name="connsiteX1" fmla="*/ 4601879 w 4601879"/>
              <a:gd name="connsiteY1" fmla="*/ 0 h 343062"/>
              <a:gd name="connsiteX2" fmla="*/ 4572872 w 4601879"/>
              <a:gd name="connsiteY2" fmla="*/ 315210 h 343062"/>
              <a:gd name="connsiteX3" fmla="*/ 65527 w 4601879"/>
              <a:gd name="connsiteY3" fmla="*/ 343062 h 343062"/>
              <a:gd name="connsiteX4" fmla="*/ 0 w 4601879"/>
              <a:gd name="connsiteY4" fmla="*/ 52440 h 343062"/>
              <a:gd name="connsiteX0" fmla="*/ 0 w 4563837"/>
              <a:gd name="connsiteY0" fmla="*/ 22845 h 343062"/>
              <a:gd name="connsiteX1" fmla="*/ 4563837 w 4563837"/>
              <a:gd name="connsiteY1" fmla="*/ 0 h 343062"/>
              <a:gd name="connsiteX2" fmla="*/ 4534830 w 4563837"/>
              <a:gd name="connsiteY2" fmla="*/ 315210 h 343062"/>
              <a:gd name="connsiteX3" fmla="*/ 27485 w 4563837"/>
              <a:gd name="connsiteY3" fmla="*/ 343062 h 343062"/>
              <a:gd name="connsiteX4" fmla="*/ 0 w 4563837"/>
              <a:gd name="connsiteY4" fmla="*/ 22845 h 343062"/>
              <a:gd name="connsiteX0" fmla="*/ 0 w 4563837"/>
              <a:gd name="connsiteY0" fmla="*/ 22845 h 332300"/>
              <a:gd name="connsiteX1" fmla="*/ 4563837 w 4563837"/>
              <a:gd name="connsiteY1" fmla="*/ 0 h 332300"/>
              <a:gd name="connsiteX2" fmla="*/ 4534830 w 4563837"/>
              <a:gd name="connsiteY2" fmla="*/ 315210 h 332300"/>
              <a:gd name="connsiteX3" fmla="*/ 32050 w 4563837"/>
              <a:gd name="connsiteY3" fmla="*/ 332300 h 332300"/>
              <a:gd name="connsiteX4" fmla="*/ 0 w 4563837"/>
              <a:gd name="connsiteY4" fmla="*/ 22845 h 332300"/>
              <a:gd name="connsiteX0" fmla="*/ 0 w 4563837"/>
              <a:gd name="connsiteY0" fmla="*/ 22845 h 332300"/>
              <a:gd name="connsiteX1" fmla="*/ 4563837 w 4563837"/>
              <a:gd name="connsiteY1" fmla="*/ 0 h 332300"/>
              <a:gd name="connsiteX2" fmla="*/ 4512005 w 4563837"/>
              <a:gd name="connsiteY2" fmla="*/ 328662 h 332300"/>
              <a:gd name="connsiteX3" fmla="*/ 32050 w 4563837"/>
              <a:gd name="connsiteY3" fmla="*/ 332300 h 332300"/>
              <a:gd name="connsiteX4" fmla="*/ 0 w 4563837"/>
              <a:gd name="connsiteY4" fmla="*/ 22845 h 332300"/>
              <a:gd name="connsiteX0" fmla="*/ 0 w 4562315"/>
              <a:gd name="connsiteY0" fmla="*/ 30917 h 340372"/>
              <a:gd name="connsiteX1" fmla="*/ 4562315 w 4562315"/>
              <a:gd name="connsiteY1" fmla="*/ 0 h 340372"/>
              <a:gd name="connsiteX2" fmla="*/ 4512005 w 4562315"/>
              <a:gd name="connsiteY2" fmla="*/ 336734 h 340372"/>
              <a:gd name="connsiteX3" fmla="*/ 32050 w 4562315"/>
              <a:gd name="connsiteY3" fmla="*/ 340372 h 340372"/>
              <a:gd name="connsiteX4" fmla="*/ 0 w 4562315"/>
              <a:gd name="connsiteY4" fmla="*/ 30917 h 340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62315" h="340372">
                <a:moveTo>
                  <a:pt x="0" y="30917"/>
                </a:moveTo>
                <a:lnTo>
                  <a:pt x="4562315" y="0"/>
                </a:lnTo>
                <a:lnTo>
                  <a:pt x="4512005" y="336734"/>
                </a:lnTo>
                <a:lnTo>
                  <a:pt x="32050" y="340372"/>
                </a:lnTo>
                <a:lnTo>
                  <a:pt x="0" y="30917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0" name="Freeform 19"/>
          <p:cNvSpPr/>
          <p:nvPr/>
        </p:nvSpPr>
        <p:spPr bwMode="gray">
          <a:xfrm>
            <a:off x="6673851" y="6324681"/>
            <a:ext cx="1569095" cy="200026"/>
          </a:xfrm>
          <a:custGeom>
            <a:avLst/>
            <a:gdLst>
              <a:gd name="connsiteX0" fmla="*/ 0 w 1371600"/>
              <a:gd name="connsiteY0" fmla="*/ 0 h 206828"/>
              <a:gd name="connsiteX1" fmla="*/ 1230086 w 1371600"/>
              <a:gd name="connsiteY1" fmla="*/ 21771 h 206828"/>
              <a:gd name="connsiteX2" fmla="*/ 1371600 w 1371600"/>
              <a:gd name="connsiteY2" fmla="*/ 119743 h 206828"/>
              <a:gd name="connsiteX3" fmla="*/ 522515 w 1371600"/>
              <a:gd name="connsiteY3" fmla="*/ 130628 h 206828"/>
              <a:gd name="connsiteX4" fmla="*/ 511629 w 1371600"/>
              <a:gd name="connsiteY4" fmla="*/ 206828 h 206828"/>
              <a:gd name="connsiteX5" fmla="*/ 10886 w 1371600"/>
              <a:gd name="connsiteY5" fmla="*/ 206828 h 206828"/>
              <a:gd name="connsiteX6" fmla="*/ 0 w 1371600"/>
              <a:gd name="connsiteY6" fmla="*/ 0 h 206828"/>
              <a:gd name="connsiteX0" fmla="*/ 0 w 1371600"/>
              <a:gd name="connsiteY0" fmla="*/ 0 h 206828"/>
              <a:gd name="connsiteX1" fmla="*/ 1230086 w 1371600"/>
              <a:gd name="connsiteY1" fmla="*/ 21771 h 206828"/>
              <a:gd name="connsiteX2" fmla="*/ 1371600 w 1371600"/>
              <a:gd name="connsiteY2" fmla="*/ 119743 h 206828"/>
              <a:gd name="connsiteX3" fmla="*/ 522515 w 1371600"/>
              <a:gd name="connsiteY3" fmla="*/ 130628 h 206828"/>
              <a:gd name="connsiteX4" fmla="*/ 511629 w 1371600"/>
              <a:gd name="connsiteY4" fmla="*/ 206828 h 206828"/>
              <a:gd name="connsiteX5" fmla="*/ 10886 w 1371600"/>
              <a:gd name="connsiteY5" fmla="*/ 206828 h 206828"/>
              <a:gd name="connsiteX6" fmla="*/ 0 w 1371600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22515 w 1367073"/>
              <a:gd name="connsiteY3" fmla="*/ 130628 h 206828"/>
              <a:gd name="connsiteX4" fmla="*/ 511629 w 1367073"/>
              <a:gd name="connsiteY4" fmla="*/ 206828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8180 w 1367073"/>
              <a:gd name="connsiteY3" fmla="*/ 135909 h 206828"/>
              <a:gd name="connsiteX4" fmla="*/ 511629 w 1367073"/>
              <a:gd name="connsiteY4" fmla="*/ 206828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8180 w 1367073"/>
              <a:gd name="connsiteY3" fmla="*/ 135909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2899 w 1367073"/>
              <a:gd name="connsiteY3" fmla="*/ 135155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21760 w 1367073"/>
              <a:gd name="connsiteY3" fmla="*/ 146472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9846"/>
              <a:gd name="connsiteX1" fmla="*/ 1230086 w 1367073"/>
              <a:gd name="connsiteY1" fmla="*/ 21771 h 209846"/>
              <a:gd name="connsiteX2" fmla="*/ 1367073 w 1367073"/>
              <a:gd name="connsiteY2" fmla="*/ 143886 h 209846"/>
              <a:gd name="connsiteX3" fmla="*/ 521760 w 1367073"/>
              <a:gd name="connsiteY3" fmla="*/ 146472 h 209846"/>
              <a:gd name="connsiteX4" fmla="*/ 507856 w 1367073"/>
              <a:gd name="connsiteY4" fmla="*/ 209846 h 209846"/>
              <a:gd name="connsiteX5" fmla="*/ 10886 w 1367073"/>
              <a:gd name="connsiteY5" fmla="*/ 206828 h 209846"/>
              <a:gd name="connsiteX6" fmla="*/ 0 w 1367073"/>
              <a:gd name="connsiteY6" fmla="*/ 0 h 209846"/>
              <a:gd name="connsiteX0" fmla="*/ 0 w 1367073"/>
              <a:gd name="connsiteY0" fmla="*/ 0 h 209846"/>
              <a:gd name="connsiteX1" fmla="*/ 1230086 w 1367073"/>
              <a:gd name="connsiteY1" fmla="*/ 21771 h 209846"/>
              <a:gd name="connsiteX2" fmla="*/ 1367073 w 1367073"/>
              <a:gd name="connsiteY2" fmla="*/ 143886 h 209846"/>
              <a:gd name="connsiteX3" fmla="*/ 521760 w 1367073"/>
              <a:gd name="connsiteY3" fmla="*/ 146472 h 209846"/>
              <a:gd name="connsiteX4" fmla="*/ 507856 w 1367073"/>
              <a:gd name="connsiteY4" fmla="*/ 209846 h 209846"/>
              <a:gd name="connsiteX5" fmla="*/ 1833 w 1367073"/>
              <a:gd name="connsiteY5" fmla="*/ 208337 h 209846"/>
              <a:gd name="connsiteX6" fmla="*/ 0 w 1367073"/>
              <a:gd name="connsiteY6" fmla="*/ 0 h 209846"/>
              <a:gd name="connsiteX0" fmla="*/ 0 w 1367073"/>
              <a:gd name="connsiteY0" fmla="*/ 0 h 385634"/>
              <a:gd name="connsiteX1" fmla="*/ 1230086 w 1367073"/>
              <a:gd name="connsiteY1" fmla="*/ 21771 h 385634"/>
              <a:gd name="connsiteX2" fmla="*/ 1367073 w 1367073"/>
              <a:gd name="connsiteY2" fmla="*/ 143886 h 385634"/>
              <a:gd name="connsiteX3" fmla="*/ 521760 w 1367073"/>
              <a:gd name="connsiteY3" fmla="*/ 146472 h 385634"/>
              <a:gd name="connsiteX4" fmla="*/ 507856 w 1367073"/>
              <a:gd name="connsiteY4" fmla="*/ 209846 h 385634"/>
              <a:gd name="connsiteX5" fmla="*/ 7869 w 1367073"/>
              <a:gd name="connsiteY5" fmla="*/ 385634 h 385634"/>
              <a:gd name="connsiteX6" fmla="*/ 0 w 1367073"/>
              <a:gd name="connsiteY6" fmla="*/ 0 h 385634"/>
              <a:gd name="connsiteX0" fmla="*/ 0 w 1367073"/>
              <a:gd name="connsiteY0" fmla="*/ 0 h 390161"/>
              <a:gd name="connsiteX1" fmla="*/ 1230086 w 1367073"/>
              <a:gd name="connsiteY1" fmla="*/ 21771 h 390161"/>
              <a:gd name="connsiteX2" fmla="*/ 1367073 w 1367073"/>
              <a:gd name="connsiteY2" fmla="*/ 143886 h 390161"/>
              <a:gd name="connsiteX3" fmla="*/ 521760 w 1367073"/>
              <a:gd name="connsiteY3" fmla="*/ 146472 h 390161"/>
              <a:gd name="connsiteX4" fmla="*/ 1091050 w 1367073"/>
              <a:gd name="connsiteY4" fmla="*/ 390161 h 390161"/>
              <a:gd name="connsiteX5" fmla="*/ 7869 w 1367073"/>
              <a:gd name="connsiteY5" fmla="*/ 385634 h 390161"/>
              <a:gd name="connsiteX6" fmla="*/ 0 w 1367073"/>
              <a:gd name="connsiteY6" fmla="*/ 0 h 390161"/>
              <a:gd name="connsiteX0" fmla="*/ 0 w 1367073"/>
              <a:gd name="connsiteY0" fmla="*/ 0 h 390161"/>
              <a:gd name="connsiteX1" fmla="*/ 1230086 w 1367073"/>
              <a:gd name="connsiteY1" fmla="*/ 21771 h 390161"/>
              <a:gd name="connsiteX2" fmla="*/ 1367073 w 1367073"/>
              <a:gd name="connsiteY2" fmla="*/ 143886 h 390161"/>
              <a:gd name="connsiteX3" fmla="*/ 1023473 w 1367073"/>
              <a:gd name="connsiteY3" fmla="*/ 113276 h 390161"/>
              <a:gd name="connsiteX4" fmla="*/ 1091050 w 1367073"/>
              <a:gd name="connsiteY4" fmla="*/ 390161 h 390161"/>
              <a:gd name="connsiteX5" fmla="*/ 7869 w 1367073"/>
              <a:gd name="connsiteY5" fmla="*/ 385634 h 390161"/>
              <a:gd name="connsiteX6" fmla="*/ 0 w 1367073"/>
              <a:gd name="connsiteY6" fmla="*/ 0 h 390161"/>
              <a:gd name="connsiteX0" fmla="*/ 0 w 1230086"/>
              <a:gd name="connsiteY0" fmla="*/ 0 h 390161"/>
              <a:gd name="connsiteX1" fmla="*/ 1230086 w 1230086"/>
              <a:gd name="connsiteY1" fmla="*/ 21771 h 390161"/>
              <a:gd name="connsiteX2" fmla="*/ 457200 w 1230086"/>
              <a:gd name="connsiteY2" fmla="*/ 113708 h 390161"/>
              <a:gd name="connsiteX3" fmla="*/ 1023473 w 1230086"/>
              <a:gd name="connsiteY3" fmla="*/ 113276 h 390161"/>
              <a:gd name="connsiteX4" fmla="*/ 1091050 w 1230086"/>
              <a:gd name="connsiteY4" fmla="*/ 390161 h 390161"/>
              <a:gd name="connsiteX5" fmla="*/ 7869 w 1230086"/>
              <a:gd name="connsiteY5" fmla="*/ 385634 h 390161"/>
              <a:gd name="connsiteX6" fmla="*/ 0 w 1230086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57200 w 1091050"/>
              <a:gd name="connsiteY2" fmla="*/ 113708 h 390161"/>
              <a:gd name="connsiteX3" fmla="*/ 1023473 w 1091050"/>
              <a:gd name="connsiteY3" fmla="*/ 113276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57200 w 1091050"/>
              <a:gd name="connsiteY2" fmla="*/ 113708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0410 w 1091050"/>
              <a:gd name="connsiteY1" fmla="*/ 1684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0410 w 1091050"/>
              <a:gd name="connsiteY1" fmla="*/ 1684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3106 w 1091050"/>
              <a:gd name="connsiteY5" fmla="*/ 388015 h 390161"/>
              <a:gd name="connsiteX6" fmla="*/ 0 w 1091050"/>
              <a:gd name="connsiteY6" fmla="*/ 0 h 390161"/>
              <a:gd name="connsiteX0" fmla="*/ 2692 w 1088979"/>
              <a:gd name="connsiteY0" fmla="*/ 697 h 388477"/>
              <a:gd name="connsiteX1" fmla="*/ 498339 w 1088979"/>
              <a:gd name="connsiteY1" fmla="*/ 0 h 388477"/>
              <a:gd name="connsiteX2" fmla="*/ 464654 w 1088979"/>
              <a:gd name="connsiteY2" fmla="*/ 104880 h 388477"/>
              <a:gd name="connsiteX3" fmla="*/ 1028546 w 1088979"/>
              <a:gd name="connsiteY3" fmla="*/ 104448 h 388477"/>
              <a:gd name="connsiteX4" fmla="*/ 1088979 w 1088979"/>
              <a:gd name="connsiteY4" fmla="*/ 388477 h 388477"/>
              <a:gd name="connsiteX5" fmla="*/ 1035 w 1088979"/>
              <a:gd name="connsiteY5" fmla="*/ 386331 h 388477"/>
              <a:gd name="connsiteX6" fmla="*/ 2692 w 1088979"/>
              <a:gd name="connsiteY6" fmla="*/ 697 h 388477"/>
              <a:gd name="connsiteX0" fmla="*/ 310 w 1088979"/>
              <a:gd name="connsiteY0" fmla="*/ 697 h 388477"/>
              <a:gd name="connsiteX1" fmla="*/ 498339 w 1088979"/>
              <a:gd name="connsiteY1" fmla="*/ 0 h 388477"/>
              <a:gd name="connsiteX2" fmla="*/ 464654 w 1088979"/>
              <a:gd name="connsiteY2" fmla="*/ 104880 h 388477"/>
              <a:gd name="connsiteX3" fmla="*/ 1028546 w 1088979"/>
              <a:gd name="connsiteY3" fmla="*/ 104448 h 388477"/>
              <a:gd name="connsiteX4" fmla="*/ 1088979 w 1088979"/>
              <a:gd name="connsiteY4" fmla="*/ 388477 h 388477"/>
              <a:gd name="connsiteX5" fmla="*/ 1035 w 1088979"/>
              <a:gd name="connsiteY5" fmla="*/ 386331 h 388477"/>
              <a:gd name="connsiteX6" fmla="*/ 310 w 1088979"/>
              <a:gd name="connsiteY6" fmla="*/ 697 h 388477"/>
              <a:gd name="connsiteX0" fmla="*/ 310 w 1088979"/>
              <a:gd name="connsiteY0" fmla="*/ 697 h 388477"/>
              <a:gd name="connsiteX1" fmla="*/ 498339 w 1088979"/>
              <a:gd name="connsiteY1" fmla="*/ 0 h 388477"/>
              <a:gd name="connsiteX2" fmla="*/ 1028546 w 1088979"/>
              <a:gd name="connsiteY2" fmla="*/ 104448 h 388477"/>
              <a:gd name="connsiteX3" fmla="*/ 1088979 w 1088979"/>
              <a:gd name="connsiteY3" fmla="*/ 388477 h 388477"/>
              <a:gd name="connsiteX4" fmla="*/ 1035 w 1088979"/>
              <a:gd name="connsiteY4" fmla="*/ 386331 h 388477"/>
              <a:gd name="connsiteX5" fmla="*/ 310 w 1088979"/>
              <a:gd name="connsiteY5" fmla="*/ 697 h 388477"/>
              <a:gd name="connsiteX0" fmla="*/ 310 w 1088979"/>
              <a:gd name="connsiteY0" fmla="*/ 0 h 387780"/>
              <a:gd name="connsiteX1" fmla="*/ 1028546 w 1088979"/>
              <a:gd name="connsiteY1" fmla="*/ 103751 h 387780"/>
              <a:gd name="connsiteX2" fmla="*/ 1088979 w 1088979"/>
              <a:gd name="connsiteY2" fmla="*/ 387780 h 387780"/>
              <a:gd name="connsiteX3" fmla="*/ 1035 w 1088979"/>
              <a:gd name="connsiteY3" fmla="*/ 385634 h 387780"/>
              <a:gd name="connsiteX4" fmla="*/ 310 w 1088979"/>
              <a:gd name="connsiteY4" fmla="*/ 0 h 387780"/>
              <a:gd name="connsiteX0" fmla="*/ 49471 w 1088979"/>
              <a:gd name="connsiteY0" fmla="*/ 0 h 393431"/>
              <a:gd name="connsiteX1" fmla="*/ 1028546 w 1088979"/>
              <a:gd name="connsiteY1" fmla="*/ 109402 h 393431"/>
              <a:gd name="connsiteX2" fmla="*/ 1088979 w 1088979"/>
              <a:gd name="connsiteY2" fmla="*/ 393431 h 393431"/>
              <a:gd name="connsiteX3" fmla="*/ 1035 w 1088979"/>
              <a:gd name="connsiteY3" fmla="*/ 391285 h 393431"/>
              <a:gd name="connsiteX4" fmla="*/ 49471 w 1088979"/>
              <a:gd name="connsiteY4" fmla="*/ 0 h 393431"/>
              <a:gd name="connsiteX0" fmla="*/ 48436 w 1087944"/>
              <a:gd name="connsiteY0" fmla="*/ 0 h 393431"/>
              <a:gd name="connsiteX1" fmla="*/ 1027511 w 1087944"/>
              <a:gd name="connsiteY1" fmla="*/ 109402 h 393431"/>
              <a:gd name="connsiteX2" fmla="*/ 1087944 w 1087944"/>
              <a:gd name="connsiteY2" fmla="*/ 393431 h 393431"/>
              <a:gd name="connsiteX3" fmla="*/ 0 w 1087944"/>
              <a:gd name="connsiteY3" fmla="*/ 391285 h 393431"/>
              <a:gd name="connsiteX4" fmla="*/ 48436 w 1087944"/>
              <a:gd name="connsiteY4" fmla="*/ 0 h 393431"/>
              <a:gd name="connsiteX0" fmla="*/ 48436 w 4472120"/>
              <a:gd name="connsiteY0" fmla="*/ 0 h 391284"/>
              <a:gd name="connsiteX1" fmla="*/ 1027511 w 4472120"/>
              <a:gd name="connsiteY1" fmla="*/ 109402 h 391284"/>
              <a:gd name="connsiteX2" fmla="*/ 4472120 w 4472120"/>
              <a:gd name="connsiteY2" fmla="*/ 321302 h 391284"/>
              <a:gd name="connsiteX3" fmla="*/ 0 w 4472120"/>
              <a:gd name="connsiteY3" fmla="*/ 391285 h 391284"/>
              <a:gd name="connsiteX4" fmla="*/ 48436 w 4472120"/>
              <a:gd name="connsiteY4" fmla="*/ 0 h 391284"/>
              <a:gd name="connsiteX0" fmla="*/ 48436 w 4550640"/>
              <a:gd name="connsiteY0" fmla="*/ 0 h 391284"/>
              <a:gd name="connsiteX1" fmla="*/ 4550640 w 4550640"/>
              <a:gd name="connsiteY1" fmla="*/ 37273 h 391284"/>
              <a:gd name="connsiteX2" fmla="*/ 4472120 w 4550640"/>
              <a:gd name="connsiteY2" fmla="*/ 321302 h 391284"/>
              <a:gd name="connsiteX3" fmla="*/ 0 w 4550640"/>
              <a:gd name="connsiteY3" fmla="*/ 391285 h 391284"/>
              <a:gd name="connsiteX4" fmla="*/ 48436 w 4550640"/>
              <a:gd name="connsiteY4" fmla="*/ 0 h 391284"/>
              <a:gd name="connsiteX0" fmla="*/ 48436 w 4562546"/>
              <a:gd name="connsiteY0" fmla="*/ 0 h 391284"/>
              <a:gd name="connsiteX1" fmla="*/ 4562546 w 4562546"/>
              <a:gd name="connsiteY1" fmla="*/ 119386 h 391284"/>
              <a:gd name="connsiteX2" fmla="*/ 4472120 w 4562546"/>
              <a:gd name="connsiteY2" fmla="*/ 321302 h 391284"/>
              <a:gd name="connsiteX3" fmla="*/ 0 w 4562546"/>
              <a:gd name="connsiteY3" fmla="*/ 391285 h 391284"/>
              <a:gd name="connsiteX4" fmla="*/ 48436 w 4562546"/>
              <a:gd name="connsiteY4" fmla="*/ 0 h 391284"/>
              <a:gd name="connsiteX0" fmla="*/ 48436 w 4536352"/>
              <a:gd name="connsiteY0" fmla="*/ 0 h 391284"/>
              <a:gd name="connsiteX1" fmla="*/ 4536352 w 4536352"/>
              <a:gd name="connsiteY1" fmla="*/ 48223 h 391284"/>
              <a:gd name="connsiteX2" fmla="*/ 4472120 w 4536352"/>
              <a:gd name="connsiteY2" fmla="*/ 321302 h 391284"/>
              <a:gd name="connsiteX3" fmla="*/ 0 w 4536352"/>
              <a:gd name="connsiteY3" fmla="*/ 391285 h 391284"/>
              <a:gd name="connsiteX4" fmla="*/ 48436 w 4536352"/>
              <a:gd name="connsiteY4" fmla="*/ 0 h 391284"/>
              <a:gd name="connsiteX0" fmla="*/ 55580 w 4536352"/>
              <a:gd name="connsiteY0" fmla="*/ 0 h 363914"/>
              <a:gd name="connsiteX1" fmla="*/ 4536352 w 4536352"/>
              <a:gd name="connsiteY1" fmla="*/ 20853 h 363914"/>
              <a:gd name="connsiteX2" fmla="*/ 4472120 w 4536352"/>
              <a:gd name="connsiteY2" fmla="*/ 293932 h 363914"/>
              <a:gd name="connsiteX3" fmla="*/ 0 w 4536352"/>
              <a:gd name="connsiteY3" fmla="*/ 363915 h 363914"/>
              <a:gd name="connsiteX4" fmla="*/ 55580 w 4536352"/>
              <a:gd name="connsiteY4" fmla="*/ 0 h 363914"/>
              <a:gd name="connsiteX0" fmla="*/ 131780 w 4536352"/>
              <a:gd name="connsiteY0" fmla="*/ 154319 h 343061"/>
              <a:gd name="connsiteX1" fmla="*/ 4536352 w 4536352"/>
              <a:gd name="connsiteY1" fmla="*/ 0 h 343061"/>
              <a:gd name="connsiteX2" fmla="*/ 4472120 w 4536352"/>
              <a:gd name="connsiteY2" fmla="*/ 273079 h 343061"/>
              <a:gd name="connsiteX3" fmla="*/ 0 w 4536352"/>
              <a:gd name="connsiteY3" fmla="*/ 343062 h 343061"/>
              <a:gd name="connsiteX4" fmla="*/ 131780 w 4536352"/>
              <a:gd name="connsiteY4" fmla="*/ 154319 h 343061"/>
              <a:gd name="connsiteX0" fmla="*/ 48436 w 4536352"/>
              <a:gd name="connsiteY0" fmla="*/ 0 h 369387"/>
              <a:gd name="connsiteX1" fmla="*/ 4536352 w 4536352"/>
              <a:gd name="connsiteY1" fmla="*/ 26326 h 369387"/>
              <a:gd name="connsiteX2" fmla="*/ 4472120 w 4536352"/>
              <a:gd name="connsiteY2" fmla="*/ 299405 h 369387"/>
              <a:gd name="connsiteX3" fmla="*/ 0 w 4536352"/>
              <a:gd name="connsiteY3" fmla="*/ 369388 h 369387"/>
              <a:gd name="connsiteX4" fmla="*/ 48436 w 4536352"/>
              <a:gd name="connsiteY4" fmla="*/ 0 h 369387"/>
              <a:gd name="connsiteX0" fmla="*/ 142941 w 4630857"/>
              <a:gd name="connsiteY0" fmla="*/ 0 h 353997"/>
              <a:gd name="connsiteX1" fmla="*/ 4630857 w 4630857"/>
              <a:gd name="connsiteY1" fmla="*/ 26326 h 353997"/>
              <a:gd name="connsiteX2" fmla="*/ 4566625 w 4630857"/>
              <a:gd name="connsiteY2" fmla="*/ 299405 h 353997"/>
              <a:gd name="connsiteX3" fmla="*/ 0 w 4630857"/>
              <a:gd name="connsiteY3" fmla="*/ 353997 h 353997"/>
              <a:gd name="connsiteX4" fmla="*/ 142941 w 4630857"/>
              <a:gd name="connsiteY4" fmla="*/ 0 h 353997"/>
              <a:gd name="connsiteX0" fmla="*/ 379208 w 4630857"/>
              <a:gd name="connsiteY0" fmla="*/ 4456 h 327671"/>
              <a:gd name="connsiteX1" fmla="*/ 4630857 w 4630857"/>
              <a:gd name="connsiteY1" fmla="*/ 0 h 327671"/>
              <a:gd name="connsiteX2" fmla="*/ 4566625 w 4630857"/>
              <a:gd name="connsiteY2" fmla="*/ 273079 h 327671"/>
              <a:gd name="connsiteX3" fmla="*/ 0 w 4630857"/>
              <a:gd name="connsiteY3" fmla="*/ 327671 h 327671"/>
              <a:gd name="connsiteX4" fmla="*/ 379208 w 4630857"/>
              <a:gd name="connsiteY4" fmla="*/ 4456 h 327671"/>
              <a:gd name="connsiteX0" fmla="*/ 379208 w 4670581"/>
              <a:gd name="connsiteY0" fmla="*/ 4456 h 327671"/>
              <a:gd name="connsiteX1" fmla="*/ 4630857 w 4670581"/>
              <a:gd name="connsiteY1" fmla="*/ 0 h 327671"/>
              <a:gd name="connsiteX2" fmla="*/ 4670581 w 4670581"/>
              <a:gd name="connsiteY2" fmla="*/ 315405 h 327671"/>
              <a:gd name="connsiteX3" fmla="*/ 0 w 4670581"/>
              <a:gd name="connsiteY3" fmla="*/ 327671 h 327671"/>
              <a:gd name="connsiteX4" fmla="*/ 379208 w 4670581"/>
              <a:gd name="connsiteY4" fmla="*/ 4456 h 327671"/>
              <a:gd name="connsiteX0" fmla="*/ 379208 w 4670581"/>
              <a:gd name="connsiteY0" fmla="*/ -1 h 323214"/>
              <a:gd name="connsiteX1" fmla="*/ 4545802 w 4670581"/>
              <a:gd name="connsiteY1" fmla="*/ 53258 h 323214"/>
              <a:gd name="connsiteX2" fmla="*/ 4670581 w 4670581"/>
              <a:gd name="connsiteY2" fmla="*/ 310948 h 323214"/>
              <a:gd name="connsiteX3" fmla="*/ 0 w 4670581"/>
              <a:gd name="connsiteY3" fmla="*/ 323214 h 323214"/>
              <a:gd name="connsiteX4" fmla="*/ 379208 w 4670581"/>
              <a:gd name="connsiteY4" fmla="*/ -1 h 323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0581" h="323214">
                <a:moveTo>
                  <a:pt x="379208" y="-1"/>
                </a:moveTo>
                <a:lnTo>
                  <a:pt x="4545802" y="53258"/>
                </a:lnTo>
                <a:lnTo>
                  <a:pt x="4670581" y="310948"/>
                </a:lnTo>
                <a:lnTo>
                  <a:pt x="0" y="323214"/>
                </a:lnTo>
                <a:lnTo>
                  <a:pt x="379208" y="-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1" name="Freeform 20"/>
          <p:cNvSpPr/>
          <p:nvPr/>
        </p:nvSpPr>
        <p:spPr bwMode="gray">
          <a:xfrm>
            <a:off x="8224171" y="6353256"/>
            <a:ext cx="3290141" cy="166689"/>
          </a:xfrm>
          <a:custGeom>
            <a:avLst/>
            <a:gdLst>
              <a:gd name="connsiteX0" fmla="*/ 0 w 1371600"/>
              <a:gd name="connsiteY0" fmla="*/ 0 h 206828"/>
              <a:gd name="connsiteX1" fmla="*/ 1230086 w 1371600"/>
              <a:gd name="connsiteY1" fmla="*/ 21771 h 206828"/>
              <a:gd name="connsiteX2" fmla="*/ 1371600 w 1371600"/>
              <a:gd name="connsiteY2" fmla="*/ 119743 h 206828"/>
              <a:gd name="connsiteX3" fmla="*/ 522515 w 1371600"/>
              <a:gd name="connsiteY3" fmla="*/ 130628 h 206828"/>
              <a:gd name="connsiteX4" fmla="*/ 511629 w 1371600"/>
              <a:gd name="connsiteY4" fmla="*/ 206828 h 206828"/>
              <a:gd name="connsiteX5" fmla="*/ 10886 w 1371600"/>
              <a:gd name="connsiteY5" fmla="*/ 206828 h 206828"/>
              <a:gd name="connsiteX6" fmla="*/ 0 w 1371600"/>
              <a:gd name="connsiteY6" fmla="*/ 0 h 206828"/>
              <a:gd name="connsiteX0" fmla="*/ 0 w 1371600"/>
              <a:gd name="connsiteY0" fmla="*/ 0 h 206828"/>
              <a:gd name="connsiteX1" fmla="*/ 1230086 w 1371600"/>
              <a:gd name="connsiteY1" fmla="*/ 21771 h 206828"/>
              <a:gd name="connsiteX2" fmla="*/ 1371600 w 1371600"/>
              <a:gd name="connsiteY2" fmla="*/ 119743 h 206828"/>
              <a:gd name="connsiteX3" fmla="*/ 522515 w 1371600"/>
              <a:gd name="connsiteY3" fmla="*/ 130628 h 206828"/>
              <a:gd name="connsiteX4" fmla="*/ 511629 w 1371600"/>
              <a:gd name="connsiteY4" fmla="*/ 206828 h 206828"/>
              <a:gd name="connsiteX5" fmla="*/ 10886 w 1371600"/>
              <a:gd name="connsiteY5" fmla="*/ 206828 h 206828"/>
              <a:gd name="connsiteX6" fmla="*/ 0 w 1371600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22515 w 1367073"/>
              <a:gd name="connsiteY3" fmla="*/ 130628 h 206828"/>
              <a:gd name="connsiteX4" fmla="*/ 511629 w 1367073"/>
              <a:gd name="connsiteY4" fmla="*/ 206828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8180 w 1367073"/>
              <a:gd name="connsiteY3" fmla="*/ 135909 h 206828"/>
              <a:gd name="connsiteX4" fmla="*/ 511629 w 1367073"/>
              <a:gd name="connsiteY4" fmla="*/ 206828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8180 w 1367073"/>
              <a:gd name="connsiteY3" fmla="*/ 135909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2899 w 1367073"/>
              <a:gd name="connsiteY3" fmla="*/ 135155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21760 w 1367073"/>
              <a:gd name="connsiteY3" fmla="*/ 146472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9846"/>
              <a:gd name="connsiteX1" fmla="*/ 1230086 w 1367073"/>
              <a:gd name="connsiteY1" fmla="*/ 21771 h 209846"/>
              <a:gd name="connsiteX2" fmla="*/ 1367073 w 1367073"/>
              <a:gd name="connsiteY2" fmla="*/ 143886 h 209846"/>
              <a:gd name="connsiteX3" fmla="*/ 521760 w 1367073"/>
              <a:gd name="connsiteY3" fmla="*/ 146472 h 209846"/>
              <a:gd name="connsiteX4" fmla="*/ 507856 w 1367073"/>
              <a:gd name="connsiteY4" fmla="*/ 209846 h 209846"/>
              <a:gd name="connsiteX5" fmla="*/ 10886 w 1367073"/>
              <a:gd name="connsiteY5" fmla="*/ 206828 h 209846"/>
              <a:gd name="connsiteX6" fmla="*/ 0 w 1367073"/>
              <a:gd name="connsiteY6" fmla="*/ 0 h 209846"/>
              <a:gd name="connsiteX0" fmla="*/ 0 w 1367073"/>
              <a:gd name="connsiteY0" fmla="*/ 0 h 209846"/>
              <a:gd name="connsiteX1" fmla="*/ 1230086 w 1367073"/>
              <a:gd name="connsiteY1" fmla="*/ 21771 h 209846"/>
              <a:gd name="connsiteX2" fmla="*/ 1367073 w 1367073"/>
              <a:gd name="connsiteY2" fmla="*/ 143886 h 209846"/>
              <a:gd name="connsiteX3" fmla="*/ 521760 w 1367073"/>
              <a:gd name="connsiteY3" fmla="*/ 146472 h 209846"/>
              <a:gd name="connsiteX4" fmla="*/ 507856 w 1367073"/>
              <a:gd name="connsiteY4" fmla="*/ 209846 h 209846"/>
              <a:gd name="connsiteX5" fmla="*/ 1833 w 1367073"/>
              <a:gd name="connsiteY5" fmla="*/ 208337 h 209846"/>
              <a:gd name="connsiteX6" fmla="*/ 0 w 1367073"/>
              <a:gd name="connsiteY6" fmla="*/ 0 h 209846"/>
              <a:gd name="connsiteX0" fmla="*/ 0 w 1367073"/>
              <a:gd name="connsiteY0" fmla="*/ 0 h 385634"/>
              <a:gd name="connsiteX1" fmla="*/ 1230086 w 1367073"/>
              <a:gd name="connsiteY1" fmla="*/ 21771 h 385634"/>
              <a:gd name="connsiteX2" fmla="*/ 1367073 w 1367073"/>
              <a:gd name="connsiteY2" fmla="*/ 143886 h 385634"/>
              <a:gd name="connsiteX3" fmla="*/ 521760 w 1367073"/>
              <a:gd name="connsiteY3" fmla="*/ 146472 h 385634"/>
              <a:gd name="connsiteX4" fmla="*/ 507856 w 1367073"/>
              <a:gd name="connsiteY4" fmla="*/ 209846 h 385634"/>
              <a:gd name="connsiteX5" fmla="*/ 7869 w 1367073"/>
              <a:gd name="connsiteY5" fmla="*/ 385634 h 385634"/>
              <a:gd name="connsiteX6" fmla="*/ 0 w 1367073"/>
              <a:gd name="connsiteY6" fmla="*/ 0 h 385634"/>
              <a:gd name="connsiteX0" fmla="*/ 0 w 1367073"/>
              <a:gd name="connsiteY0" fmla="*/ 0 h 390161"/>
              <a:gd name="connsiteX1" fmla="*/ 1230086 w 1367073"/>
              <a:gd name="connsiteY1" fmla="*/ 21771 h 390161"/>
              <a:gd name="connsiteX2" fmla="*/ 1367073 w 1367073"/>
              <a:gd name="connsiteY2" fmla="*/ 143886 h 390161"/>
              <a:gd name="connsiteX3" fmla="*/ 521760 w 1367073"/>
              <a:gd name="connsiteY3" fmla="*/ 146472 h 390161"/>
              <a:gd name="connsiteX4" fmla="*/ 1091050 w 1367073"/>
              <a:gd name="connsiteY4" fmla="*/ 390161 h 390161"/>
              <a:gd name="connsiteX5" fmla="*/ 7869 w 1367073"/>
              <a:gd name="connsiteY5" fmla="*/ 385634 h 390161"/>
              <a:gd name="connsiteX6" fmla="*/ 0 w 1367073"/>
              <a:gd name="connsiteY6" fmla="*/ 0 h 390161"/>
              <a:gd name="connsiteX0" fmla="*/ 0 w 1367073"/>
              <a:gd name="connsiteY0" fmla="*/ 0 h 390161"/>
              <a:gd name="connsiteX1" fmla="*/ 1230086 w 1367073"/>
              <a:gd name="connsiteY1" fmla="*/ 21771 h 390161"/>
              <a:gd name="connsiteX2" fmla="*/ 1367073 w 1367073"/>
              <a:gd name="connsiteY2" fmla="*/ 143886 h 390161"/>
              <a:gd name="connsiteX3" fmla="*/ 1023473 w 1367073"/>
              <a:gd name="connsiteY3" fmla="*/ 113276 h 390161"/>
              <a:gd name="connsiteX4" fmla="*/ 1091050 w 1367073"/>
              <a:gd name="connsiteY4" fmla="*/ 390161 h 390161"/>
              <a:gd name="connsiteX5" fmla="*/ 7869 w 1367073"/>
              <a:gd name="connsiteY5" fmla="*/ 385634 h 390161"/>
              <a:gd name="connsiteX6" fmla="*/ 0 w 1367073"/>
              <a:gd name="connsiteY6" fmla="*/ 0 h 390161"/>
              <a:gd name="connsiteX0" fmla="*/ 0 w 1230086"/>
              <a:gd name="connsiteY0" fmla="*/ 0 h 390161"/>
              <a:gd name="connsiteX1" fmla="*/ 1230086 w 1230086"/>
              <a:gd name="connsiteY1" fmla="*/ 21771 h 390161"/>
              <a:gd name="connsiteX2" fmla="*/ 457200 w 1230086"/>
              <a:gd name="connsiteY2" fmla="*/ 113708 h 390161"/>
              <a:gd name="connsiteX3" fmla="*/ 1023473 w 1230086"/>
              <a:gd name="connsiteY3" fmla="*/ 113276 h 390161"/>
              <a:gd name="connsiteX4" fmla="*/ 1091050 w 1230086"/>
              <a:gd name="connsiteY4" fmla="*/ 390161 h 390161"/>
              <a:gd name="connsiteX5" fmla="*/ 7869 w 1230086"/>
              <a:gd name="connsiteY5" fmla="*/ 385634 h 390161"/>
              <a:gd name="connsiteX6" fmla="*/ 0 w 1230086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57200 w 1091050"/>
              <a:gd name="connsiteY2" fmla="*/ 113708 h 390161"/>
              <a:gd name="connsiteX3" fmla="*/ 1023473 w 1091050"/>
              <a:gd name="connsiteY3" fmla="*/ 113276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57200 w 1091050"/>
              <a:gd name="connsiteY2" fmla="*/ 113708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0410 w 1091050"/>
              <a:gd name="connsiteY1" fmla="*/ 1684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0410 w 1091050"/>
              <a:gd name="connsiteY1" fmla="*/ 1684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3106 w 1091050"/>
              <a:gd name="connsiteY5" fmla="*/ 388015 h 390161"/>
              <a:gd name="connsiteX6" fmla="*/ 0 w 1091050"/>
              <a:gd name="connsiteY6" fmla="*/ 0 h 390161"/>
              <a:gd name="connsiteX0" fmla="*/ 2692 w 1088979"/>
              <a:gd name="connsiteY0" fmla="*/ 697 h 388477"/>
              <a:gd name="connsiteX1" fmla="*/ 498339 w 1088979"/>
              <a:gd name="connsiteY1" fmla="*/ 0 h 388477"/>
              <a:gd name="connsiteX2" fmla="*/ 464654 w 1088979"/>
              <a:gd name="connsiteY2" fmla="*/ 104880 h 388477"/>
              <a:gd name="connsiteX3" fmla="*/ 1028546 w 1088979"/>
              <a:gd name="connsiteY3" fmla="*/ 104448 h 388477"/>
              <a:gd name="connsiteX4" fmla="*/ 1088979 w 1088979"/>
              <a:gd name="connsiteY4" fmla="*/ 388477 h 388477"/>
              <a:gd name="connsiteX5" fmla="*/ 1035 w 1088979"/>
              <a:gd name="connsiteY5" fmla="*/ 386331 h 388477"/>
              <a:gd name="connsiteX6" fmla="*/ 2692 w 1088979"/>
              <a:gd name="connsiteY6" fmla="*/ 697 h 388477"/>
              <a:gd name="connsiteX0" fmla="*/ 310 w 1088979"/>
              <a:gd name="connsiteY0" fmla="*/ 697 h 388477"/>
              <a:gd name="connsiteX1" fmla="*/ 498339 w 1088979"/>
              <a:gd name="connsiteY1" fmla="*/ 0 h 388477"/>
              <a:gd name="connsiteX2" fmla="*/ 464654 w 1088979"/>
              <a:gd name="connsiteY2" fmla="*/ 104880 h 388477"/>
              <a:gd name="connsiteX3" fmla="*/ 1028546 w 1088979"/>
              <a:gd name="connsiteY3" fmla="*/ 104448 h 388477"/>
              <a:gd name="connsiteX4" fmla="*/ 1088979 w 1088979"/>
              <a:gd name="connsiteY4" fmla="*/ 388477 h 388477"/>
              <a:gd name="connsiteX5" fmla="*/ 1035 w 1088979"/>
              <a:gd name="connsiteY5" fmla="*/ 386331 h 388477"/>
              <a:gd name="connsiteX6" fmla="*/ 310 w 1088979"/>
              <a:gd name="connsiteY6" fmla="*/ 697 h 388477"/>
              <a:gd name="connsiteX0" fmla="*/ 310 w 1088979"/>
              <a:gd name="connsiteY0" fmla="*/ 697 h 388477"/>
              <a:gd name="connsiteX1" fmla="*/ 498339 w 1088979"/>
              <a:gd name="connsiteY1" fmla="*/ 0 h 388477"/>
              <a:gd name="connsiteX2" fmla="*/ 1028546 w 1088979"/>
              <a:gd name="connsiteY2" fmla="*/ 104448 h 388477"/>
              <a:gd name="connsiteX3" fmla="*/ 1088979 w 1088979"/>
              <a:gd name="connsiteY3" fmla="*/ 388477 h 388477"/>
              <a:gd name="connsiteX4" fmla="*/ 1035 w 1088979"/>
              <a:gd name="connsiteY4" fmla="*/ 386331 h 388477"/>
              <a:gd name="connsiteX5" fmla="*/ 310 w 1088979"/>
              <a:gd name="connsiteY5" fmla="*/ 697 h 388477"/>
              <a:gd name="connsiteX0" fmla="*/ 310 w 1088979"/>
              <a:gd name="connsiteY0" fmla="*/ 0 h 387780"/>
              <a:gd name="connsiteX1" fmla="*/ 1028546 w 1088979"/>
              <a:gd name="connsiteY1" fmla="*/ 103751 h 387780"/>
              <a:gd name="connsiteX2" fmla="*/ 1088979 w 1088979"/>
              <a:gd name="connsiteY2" fmla="*/ 387780 h 387780"/>
              <a:gd name="connsiteX3" fmla="*/ 1035 w 1088979"/>
              <a:gd name="connsiteY3" fmla="*/ 385634 h 387780"/>
              <a:gd name="connsiteX4" fmla="*/ 310 w 1088979"/>
              <a:gd name="connsiteY4" fmla="*/ 0 h 387780"/>
              <a:gd name="connsiteX0" fmla="*/ 49471 w 1088979"/>
              <a:gd name="connsiteY0" fmla="*/ 0 h 393431"/>
              <a:gd name="connsiteX1" fmla="*/ 1028546 w 1088979"/>
              <a:gd name="connsiteY1" fmla="*/ 109402 h 393431"/>
              <a:gd name="connsiteX2" fmla="*/ 1088979 w 1088979"/>
              <a:gd name="connsiteY2" fmla="*/ 393431 h 393431"/>
              <a:gd name="connsiteX3" fmla="*/ 1035 w 1088979"/>
              <a:gd name="connsiteY3" fmla="*/ 391285 h 393431"/>
              <a:gd name="connsiteX4" fmla="*/ 49471 w 1088979"/>
              <a:gd name="connsiteY4" fmla="*/ 0 h 393431"/>
              <a:gd name="connsiteX0" fmla="*/ 48436 w 1087944"/>
              <a:gd name="connsiteY0" fmla="*/ 0 h 393431"/>
              <a:gd name="connsiteX1" fmla="*/ 1027511 w 1087944"/>
              <a:gd name="connsiteY1" fmla="*/ 109402 h 393431"/>
              <a:gd name="connsiteX2" fmla="*/ 1087944 w 1087944"/>
              <a:gd name="connsiteY2" fmla="*/ 393431 h 393431"/>
              <a:gd name="connsiteX3" fmla="*/ 0 w 1087944"/>
              <a:gd name="connsiteY3" fmla="*/ 391285 h 393431"/>
              <a:gd name="connsiteX4" fmla="*/ 48436 w 1087944"/>
              <a:gd name="connsiteY4" fmla="*/ 0 h 393431"/>
              <a:gd name="connsiteX0" fmla="*/ 48436 w 4472120"/>
              <a:gd name="connsiteY0" fmla="*/ 0 h 391284"/>
              <a:gd name="connsiteX1" fmla="*/ 1027511 w 4472120"/>
              <a:gd name="connsiteY1" fmla="*/ 109402 h 391284"/>
              <a:gd name="connsiteX2" fmla="*/ 4472120 w 4472120"/>
              <a:gd name="connsiteY2" fmla="*/ 321302 h 391284"/>
              <a:gd name="connsiteX3" fmla="*/ 0 w 4472120"/>
              <a:gd name="connsiteY3" fmla="*/ 391285 h 391284"/>
              <a:gd name="connsiteX4" fmla="*/ 48436 w 4472120"/>
              <a:gd name="connsiteY4" fmla="*/ 0 h 391284"/>
              <a:gd name="connsiteX0" fmla="*/ 48436 w 4550640"/>
              <a:gd name="connsiteY0" fmla="*/ 0 h 391284"/>
              <a:gd name="connsiteX1" fmla="*/ 4550640 w 4550640"/>
              <a:gd name="connsiteY1" fmla="*/ 37273 h 391284"/>
              <a:gd name="connsiteX2" fmla="*/ 4472120 w 4550640"/>
              <a:gd name="connsiteY2" fmla="*/ 321302 h 391284"/>
              <a:gd name="connsiteX3" fmla="*/ 0 w 4550640"/>
              <a:gd name="connsiteY3" fmla="*/ 391285 h 391284"/>
              <a:gd name="connsiteX4" fmla="*/ 48436 w 4550640"/>
              <a:gd name="connsiteY4" fmla="*/ 0 h 391284"/>
              <a:gd name="connsiteX0" fmla="*/ 48436 w 4562546"/>
              <a:gd name="connsiteY0" fmla="*/ 0 h 391284"/>
              <a:gd name="connsiteX1" fmla="*/ 4562546 w 4562546"/>
              <a:gd name="connsiteY1" fmla="*/ 119386 h 391284"/>
              <a:gd name="connsiteX2" fmla="*/ 4472120 w 4562546"/>
              <a:gd name="connsiteY2" fmla="*/ 321302 h 391284"/>
              <a:gd name="connsiteX3" fmla="*/ 0 w 4562546"/>
              <a:gd name="connsiteY3" fmla="*/ 391285 h 391284"/>
              <a:gd name="connsiteX4" fmla="*/ 48436 w 4562546"/>
              <a:gd name="connsiteY4" fmla="*/ 0 h 391284"/>
              <a:gd name="connsiteX0" fmla="*/ 48436 w 4536352"/>
              <a:gd name="connsiteY0" fmla="*/ 0 h 391284"/>
              <a:gd name="connsiteX1" fmla="*/ 4536352 w 4536352"/>
              <a:gd name="connsiteY1" fmla="*/ 48223 h 391284"/>
              <a:gd name="connsiteX2" fmla="*/ 4472120 w 4536352"/>
              <a:gd name="connsiteY2" fmla="*/ 321302 h 391284"/>
              <a:gd name="connsiteX3" fmla="*/ 0 w 4536352"/>
              <a:gd name="connsiteY3" fmla="*/ 391285 h 391284"/>
              <a:gd name="connsiteX4" fmla="*/ 48436 w 4536352"/>
              <a:gd name="connsiteY4" fmla="*/ 0 h 391284"/>
              <a:gd name="connsiteX0" fmla="*/ 55580 w 4536352"/>
              <a:gd name="connsiteY0" fmla="*/ 0 h 363914"/>
              <a:gd name="connsiteX1" fmla="*/ 4536352 w 4536352"/>
              <a:gd name="connsiteY1" fmla="*/ 20853 h 363914"/>
              <a:gd name="connsiteX2" fmla="*/ 4472120 w 4536352"/>
              <a:gd name="connsiteY2" fmla="*/ 293932 h 363914"/>
              <a:gd name="connsiteX3" fmla="*/ 0 w 4536352"/>
              <a:gd name="connsiteY3" fmla="*/ 363915 h 363914"/>
              <a:gd name="connsiteX4" fmla="*/ 55580 w 4536352"/>
              <a:gd name="connsiteY4" fmla="*/ 0 h 363914"/>
              <a:gd name="connsiteX0" fmla="*/ 131780 w 4536352"/>
              <a:gd name="connsiteY0" fmla="*/ 154319 h 343061"/>
              <a:gd name="connsiteX1" fmla="*/ 4536352 w 4536352"/>
              <a:gd name="connsiteY1" fmla="*/ 0 h 343061"/>
              <a:gd name="connsiteX2" fmla="*/ 4472120 w 4536352"/>
              <a:gd name="connsiteY2" fmla="*/ 273079 h 343061"/>
              <a:gd name="connsiteX3" fmla="*/ 0 w 4536352"/>
              <a:gd name="connsiteY3" fmla="*/ 343062 h 343061"/>
              <a:gd name="connsiteX4" fmla="*/ 131780 w 4536352"/>
              <a:gd name="connsiteY4" fmla="*/ 154319 h 343061"/>
              <a:gd name="connsiteX0" fmla="*/ 48436 w 4536352"/>
              <a:gd name="connsiteY0" fmla="*/ 0 h 369387"/>
              <a:gd name="connsiteX1" fmla="*/ 4536352 w 4536352"/>
              <a:gd name="connsiteY1" fmla="*/ 26326 h 369387"/>
              <a:gd name="connsiteX2" fmla="*/ 4472120 w 4536352"/>
              <a:gd name="connsiteY2" fmla="*/ 299405 h 369387"/>
              <a:gd name="connsiteX3" fmla="*/ 0 w 4536352"/>
              <a:gd name="connsiteY3" fmla="*/ 369388 h 369387"/>
              <a:gd name="connsiteX4" fmla="*/ 48436 w 4536352"/>
              <a:gd name="connsiteY4" fmla="*/ 0 h 369387"/>
              <a:gd name="connsiteX0" fmla="*/ 142941 w 4630857"/>
              <a:gd name="connsiteY0" fmla="*/ 0 h 353997"/>
              <a:gd name="connsiteX1" fmla="*/ 4630857 w 4630857"/>
              <a:gd name="connsiteY1" fmla="*/ 26326 h 353997"/>
              <a:gd name="connsiteX2" fmla="*/ 4566625 w 4630857"/>
              <a:gd name="connsiteY2" fmla="*/ 299405 h 353997"/>
              <a:gd name="connsiteX3" fmla="*/ 0 w 4630857"/>
              <a:gd name="connsiteY3" fmla="*/ 353997 h 353997"/>
              <a:gd name="connsiteX4" fmla="*/ 142941 w 4630857"/>
              <a:gd name="connsiteY4" fmla="*/ 0 h 353997"/>
              <a:gd name="connsiteX0" fmla="*/ 379208 w 4630857"/>
              <a:gd name="connsiteY0" fmla="*/ 4456 h 327671"/>
              <a:gd name="connsiteX1" fmla="*/ 4630857 w 4630857"/>
              <a:gd name="connsiteY1" fmla="*/ 0 h 327671"/>
              <a:gd name="connsiteX2" fmla="*/ 4566625 w 4630857"/>
              <a:gd name="connsiteY2" fmla="*/ 273079 h 327671"/>
              <a:gd name="connsiteX3" fmla="*/ 0 w 4630857"/>
              <a:gd name="connsiteY3" fmla="*/ 327671 h 327671"/>
              <a:gd name="connsiteX4" fmla="*/ 379208 w 4630857"/>
              <a:gd name="connsiteY4" fmla="*/ 4456 h 327671"/>
              <a:gd name="connsiteX0" fmla="*/ 379208 w 4670581"/>
              <a:gd name="connsiteY0" fmla="*/ 4456 h 327671"/>
              <a:gd name="connsiteX1" fmla="*/ 4630857 w 4670581"/>
              <a:gd name="connsiteY1" fmla="*/ 0 h 327671"/>
              <a:gd name="connsiteX2" fmla="*/ 4670581 w 4670581"/>
              <a:gd name="connsiteY2" fmla="*/ 315405 h 327671"/>
              <a:gd name="connsiteX3" fmla="*/ 0 w 4670581"/>
              <a:gd name="connsiteY3" fmla="*/ 327671 h 327671"/>
              <a:gd name="connsiteX4" fmla="*/ 379208 w 4670581"/>
              <a:gd name="connsiteY4" fmla="*/ 4456 h 327671"/>
              <a:gd name="connsiteX0" fmla="*/ 379208 w 4670581"/>
              <a:gd name="connsiteY0" fmla="*/ -1 h 323214"/>
              <a:gd name="connsiteX1" fmla="*/ 4545802 w 4670581"/>
              <a:gd name="connsiteY1" fmla="*/ 53258 h 323214"/>
              <a:gd name="connsiteX2" fmla="*/ 4670581 w 4670581"/>
              <a:gd name="connsiteY2" fmla="*/ 310948 h 323214"/>
              <a:gd name="connsiteX3" fmla="*/ 0 w 4670581"/>
              <a:gd name="connsiteY3" fmla="*/ 323214 h 323214"/>
              <a:gd name="connsiteX4" fmla="*/ 379208 w 4670581"/>
              <a:gd name="connsiteY4" fmla="*/ -1 h 323214"/>
              <a:gd name="connsiteX0" fmla="*/ 0 w 4745669"/>
              <a:gd name="connsiteY0" fmla="*/ 4456 h 269955"/>
              <a:gd name="connsiteX1" fmla="*/ 4620890 w 4745669"/>
              <a:gd name="connsiteY1" fmla="*/ -1 h 269955"/>
              <a:gd name="connsiteX2" fmla="*/ 4745669 w 4745669"/>
              <a:gd name="connsiteY2" fmla="*/ 257689 h 269955"/>
              <a:gd name="connsiteX3" fmla="*/ 75088 w 4745669"/>
              <a:gd name="connsiteY3" fmla="*/ 269955 h 269955"/>
              <a:gd name="connsiteX4" fmla="*/ 0 w 4745669"/>
              <a:gd name="connsiteY4" fmla="*/ 4456 h 269955"/>
              <a:gd name="connsiteX0" fmla="*/ 0 w 4745669"/>
              <a:gd name="connsiteY0" fmla="*/ 4458 h 273804"/>
              <a:gd name="connsiteX1" fmla="*/ 4620890 w 4745669"/>
              <a:gd name="connsiteY1" fmla="*/ 1 h 273804"/>
              <a:gd name="connsiteX2" fmla="*/ 4745669 w 4745669"/>
              <a:gd name="connsiteY2" fmla="*/ 257691 h 273804"/>
              <a:gd name="connsiteX3" fmla="*/ 90402 w 4745669"/>
              <a:gd name="connsiteY3" fmla="*/ 273804 h 273804"/>
              <a:gd name="connsiteX4" fmla="*/ 0 w 4745669"/>
              <a:gd name="connsiteY4" fmla="*/ 4458 h 273804"/>
              <a:gd name="connsiteX0" fmla="*/ 0 w 4715043"/>
              <a:gd name="connsiteY0" fmla="*/ 4456 h 273802"/>
              <a:gd name="connsiteX1" fmla="*/ 4620890 w 4715043"/>
              <a:gd name="connsiteY1" fmla="*/ -1 h 273802"/>
              <a:gd name="connsiteX2" fmla="*/ 4715043 w 4715043"/>
              <a:gd name="connsiteY2" fmla="*/ 242298 h 273802"/>
              <a:gd name="connsiteX3" fmla="*/ 90402 w 4715043"/>
              <a:gd name="connsiteY3" fmla="*/ 273802 h 273802"/>
              <a:gd name="connsiteX4" fmla="*/ 0 w 4715043"/>
              <a:gd name="connsiteY4" fmla="*/ 4456 h 273802"/>
              <a:gd name="connsiteX0" fmla="*/ 0 w 5289574"/>
              <a:gd name="connsiteY0" fmla="*/ -1 h 269345"/>
              <a:gd name="connsiteX1" fmla="*/ 5289574 w 5289574"/>
              <a:gd name="connsiteY1" fmla="*/ 22476 h 269345"/>
              <a:gd name="connsiteX2" fmla="*/ 4715043 w 5289574"/>
              <a:gd name="connsiteY2" fmla="*/ 237841 h 269345"/>
              <a:gd name="connsiteX3" fmla="*/ 90402 w 5289574"/>
              <a:gd name="connsiteY3" fmla="*/ 269345 h 269345"/>
              <a:gd name="connsiteX4" fmla="*/ 0 w 5289574"/>
              <a:gd name="connsiteY4" fmla="*/ -1 h 269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89574" h="269345">
                <a:moveTo>
                  <a:pt x="0" y="-1"/>
                </a:moveTo>
                <a:lnTo>
                  <a:pt x="5289574" y="22476"/>
                </a:lnTo>
                <a:lnTo>
                  <a:pt x="4715043" y="237841"/>
                </a:lnTo>
                <a:lnTo>
                  <a:pt x="90402" y="269345"/>
                </a:lnTo>
                <a:lnTo>
                  <a:pt x="0" y="-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2" name="Freeform 21"/>
          <p:cNvSpPr/>
          <p:nvPr/>
        </p:nvSpPr>
        <p:spPr bwMode="gray">
          <a:xfrm>
            <a:off x="11223081" y="6360400"/>
            <a:ext cx="791120" cy="149573"/>
          </a:xfrm>
          <a:custGeom>
            <a:avLst/>
            <a:gdLst>
              <a:gd name="connsiteX0" fmla="*/ 0 w 1371600"/>
              <a:gd name="connsiteY0" fmla="*/ 0 h 206828"/>
              <a:gd name="connsiteX1" fmla="*/ 1230086 w 1371600"/>
              <a:gd name="connsiteY1" fmla="*/ 21771 h 206828"/>
              <a:gd name="connsiteX2" fmla="*/ 1371600 w 1371600"/>
              <a:gd name="connsiteY2" fmla="*/ 119743 h 206828"/>
              <a:gd name="connsiteX3" fmla="*/ 522515 w 1371600"/>
              <a:gd name="connsiteY3" fmla="*/ 130628 h 206828"/>
              <a:gd name="connsiteX4" fmla="*/ 511629 w 1371600"/>
              <a:gd name="connsiteY4" fmla="*/ 206828 h 206828"/>
              <a:gd name="connsiteX5" fmla="*/ 10886 w 1371600"/>
              <a:gd name="connsiteY5" fmla="*/ 206828 h 206828"/>
              <a:gd name="connsiteX6" fmla="*/ 0 w 1371600"/>
              <a:gd name="connsiteY6" fmla="*/ 0 h 206828"/>
              <a:gd name="connsiteX0" fmla="*/ 0 w 1371600"/>
              <a:gd name="connsiteY0" fmla="*/ 0 h 206828"/>
              <a:gd name="connsiteX1" fmla="*/ 1230086 w 1371600"/>
              <a:gd name="connsiteY1" fmla="*/ 21771 h 206828"/>
              <a:gd name="connsiteX2" fmla="*/ 1371600 w 1371600"/>
              <a:gd name="connsiteY2" fmla="*/ 119743 h 206828"/>
              <a:gd name="connsiteX3" fmla="*/ 522515 w 1371600"/>
              <a:gd name="connsiteY3" fmla="*/ 130628 h 206828"/>
              <a:gd name="connsiteX4" fmla="*/ 511629 w 1371600"/>
              <a:gd name="connsiteY4" fmla="*/ 206828 h 206828"/>
              <a:gd name="connsiteX5" fmla="*/ 10886 w 1371600"/>
              <a:gd name="connsiteY5" fmla="*/ 206828 h 206828"/>
              <a:gd name="connsiteX6" fmla="*/ 0 w 1371600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22515 w 1367073"/>
              <a:gd name="connsiteY3" fmla="*/ 130628 h 206828"/>
              <a:gd name="connsiteX4" fmla="*/ 511629 w 1367073"/>
              <a:gd name="connsiteY4" fmla="*/ 206828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8180 w 1367073"/>
              <a:gd name="connsiteY3" fmla="*/ 135909 h 206828"/>
              <a:gd name="connsiteX4" fmla="*/ 511629 w 1367073"/>
              <a:gd name="connsiteY4" fmla="*/ 206828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8180 w 1367073"/>
              <a:gd name="connsiteY3" fmla="*/ 135909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2899 w 1367073"/>
              <a:gd name="connsiteY3" fmla="*/ 135155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21760 w 1367073"/>
              <a:gd name="connsiteY3" fmla="*/ 146472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9846"/>
              <a:gd name="connsiteX1" fmla="*/ 1230086 w 1367073"/>
              <a:gd name="connsiteY1" fmla="*/ 21771 h 209846"/>
              <a:gd name="connsiteX2" fmla="*/ 1367073 w 1367073"/>
              <a:gd name="connsiteY2" fmla="*/ 143886 h 209846"/>
              <a:gd name="connsiteX3" fmla="*/ 521760 w 1367073"/>
              <a:gd name="connsiteY3" fmla="*/ 146472 h 209846"/>
              <a:gd name="connsiteX4" fmla="*/ 507856 w 1367073"/>
              <a:gd name="connsiteY4" fmla="*/ 209846 h 209846"/>
              <a:gd name="connsiteX5" fmla="*/ 10886 w 1367073"/>
              <a:gd name="connsiteY5" fmla="*/ 206828 h 209846"/>
              <a:gd name="connsiteX6" fmla="*/ 0 w 1367073"/>
              <a:gd name="connsiteY6" fmla="*/ 0 h 209846"/>
              <a:gd name="connsiteX0" fmla="*/ 0 w 1367073"/>
              <a:gd name="connsiteY0" fmla="*/ 0 h 209846"/>
              <a:gd name="connsiteX1" fmla="*/ 1230086 w 1367073"/>
              <a:gd name="connsiteY1" fmla="*/ 21771 h 209846"/>
              <a:gd name="connsiteX2" fmla="*/ 1367073 w 1367073"/>
              <a:gd name="connsiteY2" fmla="*/ 143886 h 209846"/>
              <a:gd name="connsiteX3" fmla="*/ 521760 w 1367073"/>
              <a:gd name="connsiteY3" fmla="*/ 146472 h 209846"/>
              <a:gd name="connsiteX4" fmla="*/ 507856 w 1367073"/>
              <a:gd name="connsiteY4" fmla="*/ 209846 h 209846"/>
              <a:gd name="connsiteX5" fmla="*/ 1833 w 1367073"/>
              <a:gd name="connsiteY5" fmla="*/ 208337 h 209846"/>
              <a:gd name="connsiteX6" fmla="*/ 0 w 1367073"/>
              <a:gd name="connsiteY6" fmla="*/ 0 h 209846"/>
              <a:gd name="connsiteX0" fmla="*/ 0 w 1367073"/>
              <a:gd name="connsiteY0" fmla="*/ 0 h 385634"/>
              <a:gd name="connsiteX1" fmla="*/ 1230086 w 1367073"/>
              <a:gd name="connsiteY1" fmla="*/ 21771 h 385634"/>
              <a:gd name="connsiteX2" fmla="*/ 1367073 w 1367073"/>
              <a:gd name="connsiteY2" fmla="*/ 143886 h 385634"/>
              <a:gd name="connsiteX3" fmla="*/ 521760 w 1367073"/>
              <a:gd name="connsiteY3" fmla="*/ 146472 h 385634"/>
              <a:gd name="connsiteX4" fmla="*/ 507856 w 1367073"/>
              <a:gd name="connsiteY4" fmla="*/ 209846 h 385634"/>
              <a:gd name="connsiteX5" fmla="*/ 7869 w 1367073"/>
              <a:gd name="connsiteY5" fmla="*/ 385634 h 385634"/>
              <a:gd name="connsiteX6" fmla="*/ 0 w 1367073"/>
              <a:gd name="connsiteY6" fmla="*/ 0 h 385634"/>
              <a:gd name="connsiteX0" fmla="*/ 0 w 1367073"/>
              <a:gd name="connsiteY0" fmla="*/ 0 h 390161"/>
              <a:gd name="connsiteX1" fmla="*/ 1230086 w 1367073"/>
              <a:gd name="connsiteY1" fmla="*/ 21771 h 390161"/>
              <a:gd name="connsiteX2" fmla="*/ 1367073 w 1367073"/>
              <a:gd name="connsiteY2" fmla="*/ 143886 h 390161"/>
              <a:gd name="connsiteX3" fmla="*/ 521760 w 1367073"/>
              <a:gd name="connsiteY3" fmla="*/ 146472 h 390161"/>
              <a:gd name="connsiteX4" fmla="*/ 1091050 w 1367073"/>
              <a:gd name="connsiteY4" fmla="*/ 390161 h 390161"/>
              <a:gd name="connsiteX5" fmla="*/ 7869 w 1367073"/>
              <a:gd name="connsiteY5" fmla="*/ 385634 h 390161"/>
              <a:gd name="connsiteX6" fmla="*/ 0 w 1367073"/>
              <a:gd name="connsiteY6" fmla="*/ 0 h 390161"/>
              <a:gd name="connsiteX0" fmla="*/ 0 w 1367073"/>
              <a:gd name="connsiteY0" fmla="*/ 0 h 390161"/>
              <a:gd name="connsiteX1" fmla="*/ 1230086 w 1367073"/>
              <a:gd name="connsiteY1" fmla="*/ 21771 h 390161"/>
              <a:gd name="connsiteX2" fmla="*/ 1367073 w 1367073"/>
              <a:gd name="connsiteY2" fmla="*/ 143886 h 390161"/>
              <a:gd name="connsiteX3" fmla="*/ 1023473 w 1367073"/>
              <a:gd name="connsiteY3" fmla="*/ 113276 h 390161"/>
              <a:gd name="connsiteX4" fmla="*/ 1091050 w 1367073"/>
              <a:gd name="connsiteY4" fmla="*/ 390161 h 390161"/>
              <a:gd name="connsiteX5" fmla="*/ 7869 w 1367073"/>
              <a:gd name="connsiteY5" fmla="*/ 385634 h 390161"/>
              <a:gd name="connsiteX6" fmla="*/ 0 w 1367073"/>
              <a:gd name="connsiteY6" fmla="*/ 0 h 390161"/>
              <a:gd name="connsiteX0" fmla="*/ 0 w 1230086"/>
              <a:gd name="connsiteY0" fmla="*/ 0 h 390161"/>
              <a:gd name="connsiteX1" fmla="*/ 1230086 w 1230086"/>
              <a:gd name="connsiteY1" fmla="*/ 21771 h 390161"/>
              <a:gd name="connsiteX2" fmla="*/ 457200 w 1230086"/>
              <a:gd name="connsiteY2" fmla="*/ 113708 h 390161"/>
              <a:gd name="connsiteX3" fmla="*/ 1023473 w 1230086"/>
              <a:gd name="connsiteY3" fmla="*/ 113276 h 390161"/>
              <a:gd name="connsiteX4" fmla="*/ 1091050 w 1230086"/>
              <a:gd name="connsiteY4" fmla="*/ 390161 h 390161"/>
              <a:gd name="connsiteX5" fmla="*/ 7869 w 1230086"/>
              <a:gd name="connsiteY5" fmla="*/ 385634 h 390161"/>
              <a:gd name="connsiteX6" fmla="*/ 0 w 1230086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57200 w 1091050"/>
              <a:gd name="connsiteY2" fmla="*/ 113708 h 390161"/>
              <a:gd name="connsiteX3" fmla="*/ 1023473 w 1091050"/>
              <a:gd name="connsiteY3" fmla="*/ 113276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57200 w 1091050"/>
              <a:gd name="connsiteY2" fmla="*/ 113708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0410 w 1091050"/>
              <a:gd name="connsiteY1" fmla="*/ 1684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0410 w 1091050"/>
              <a:gd name="connsiteY1" fmla="*/ 1684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3106 w 1091050"/>
              <a:gd name="connsiteY5" fmla="*/ 388015 h 390161"/>
              <a:gd name="connsiteX6" fmla="*/ 0 w 1091050"/>
              <a:gd name="connsiteY6" fmla="*/ 0 h 390161"/>
              <a:gd name="connsiteX0" fmla="*/ 2692 w 1088979"/>
              <a:gd name="connsiteY0" fmla="*/ 697 h 388477"/>
              <a:gd name="connsiteX1" fmla="*/ 498339 w 1088979"/>
              <a:gd name="connsiteY1" fmla="*/ 0 h 388477"/>
              <a:gd name="connsiteX2" fmla="*/ 464654 w 1088979"/>
              <a:gd name="connsiteY2" fmla="*/ 104880 h 388477"/>
              <a:gd name="connsiteX3" fmla="*/ 1028546 w 1088979"/>
              <a:gd name="connsiteY3" fmla="*/ 104448 h 388477"/>
              <a:gd name="connsiteX4" fmla="*/ 1088979 w 1088979"/>
              <a:gd name="connsiteY4" fmla="*/ 388477 h 388477"/>
              <a:gd name="connsiteX5" fmla="*/ 1035 w 1088979"/>
              <a:gd name="connsiteY5" fmla="*/ 386331 h 388477"/>
              <a:gd name="connsiteX6" fmla="*/ 2692 w 1088979"/>
              <a:gd name="connsiteY6" fmla="*/ 697 h 388477"/>
              <a:gd name="connsiteX0" fmla="*/ 310 w 1088979"/>
              <a:gd name="connsiteY0" fmla="*/ 697 h 388477"/>
              <a:gd name="connsiteX1" fmla="*/ 498339 w 1088979"/>
              <a:gd name="connsiteY1" fmla="*/ 0 h 388477"/>
              <a:gd name="connsiteX2" fmla="*/ 464654 w 1088979"/>
              <a:gd name="connsiteY2" fmla="*/ 104880 h 388477"/>
              <a:gd name="connsiteX3" fmla="*/ 1028546 w 1088979"/>
              <a:gd name="connsiteY3" fmla="*/ 104448 h 388477"/>
              <a:gd name="connsiteX4" fmla="*/ 1088979 w 1088979"/>
              <a:gd name="connsiteY4" fmla="*/ 388477 h 388477"/>
              <a:gd name="connsiteX5" fmla="*/ 1035 w 1088979"/>
              <a:gd name="connsiteY5" fmla="*/ 386331 h 388477"/>
              <a:gd name="connsiteX6" fmla="*/ 310 w 1088979"/>
              <a:gd name="connsiteY6" fmla="*/ 697 h 388477"/>
              <a:gd name="connsiteX0" fmla="*/ 310 w 1088979"/>
              <a:gd name="connsiteY0" fmla="*/ 697 h 388477"/>
              <a:gd name="connsiteX1" fmla="*/ 498339 w 1088979"/>
              <a:gd name="connsiteY1" fmla="*/ 0 h 388477"/>
              <a:gd name="connsiteX2" fmla="*/ 1028546 w 1088979"/>
              <a:gd name="connsiteY2" fmla="*/ 104448 h 388477"/>
              <a:gd name="connsiteX3" fmla="*/ 1088979 w 1088979"/>
              <a:gd name="connsiteY3" fmla="*/ 388477 h 388477"/>
              <a:gd name="connsiteX4" fmla="*/ 1035 w 1088979"/>
              <a:gd name="connsiteY4" fmla="*/ 386331 h 388477"/>
              <a:gd name="connsiteX5" fmla="*/ 310 w 1088979"/>
              <a:gd name="connsiteY5" fmla="*/ 697 h 388477"/>
              <a:gd name="connsiteX0" fmla="*/ 310 w 1088979"/>
              <a:gd name="connsiteY0" fmla="*/ 0 h 387780"/>
              <a:gd name="connsiteX1" fmla="*/ 1028546 w 1088979"/>
              <a:gd name="connsiteY1" fmla="*/ 103751 h 387780"/>
              <a:gd name="connsiteX2" fmla="*/ 1088979 w 1088979"/>
              <a:gd name="connsiteY2" fmla="*/ 387780 h 387780"/>
              <a:gd name="connsiteX3" fmla="*/ 1035 w 1088979"/>
              <a:gd name="connsiteY3" fmla="*/ 385634 h 387780"/>
              <a:gd name="connsiteX4" fmla="*/ 310 w 1088979"/>
              <a:gd name="connsiteY4" fmla="*/ 0 h 387780"/>
              <a:gd name="connsiteX0" fmla="*/ 49471 w 1088979"/>
              <a:gd name="connsiteY0" fmla="*/ 0 h 393431"/>
              <a:gd name="connsiteX1" fmla="*/ 1028546 w 1088979"/>
              <a:gd name="connsiteY1" fmla="*/ 109402 h 393431"/>
              <a:gd name="connsiteX2" fmla="*/ 1088979 w 1088979"/>
              <a:gd name="connsiteY2" fmla="*/ 393431 h 393431"/>
              <a:gd name="connsiteX3" fmla="*/ 1035 w 1088979"/>
              <a:gd name="connsiteY3" fmla="*/ 391285 h 393431"/>
              <a:gd name="connsiteX4" fmla="*/ 49471 w 1088979"/>
              <a:gd name="connsiteY4" fmla="*/ 0 h 393431"/>
              <a:gd name="connsiteX0" fmla="*/ 48436 w 1087944"/>
              <a:gd name="connsiteY0" fmla="*/ 0 h 393431"/>
              <a:gd name="connsiteX1" fmla="*/ 1027511 w 1087944"/>
              <a:gd name="connsiteY1" fmla="*/ 109402 h 393431"/>
              <a:gd name="connsiteX2" fmla="*/ 1087944 w 1087944"/>
              <a:gd name="connsiteY2" fmla="*/ 393431 h 393431"/>
              <a:gd name="connsiteX3" fmla="*/ 0 w 1087944"/>
              <a:gd name="connsiteY3" fmla="*/ 391285 h 393431"/>
              <a:gd name="connsiteX4" fmla="*/ 48436 w 1087944"/>
              <a:gd name="connsiteY4" fmla="*/ 0 h 393431"/>
              <a:gd name="connsiteX0" fmla="*/ 48436 w 4472120"/>
              <a:gd name="connsiteY0" fmla="*/ 0 h 391284"/>
              <a:gd name="connsiteX1" fmla="*/ 1027511 w 4472120"/>
              <a:gd name="connsiteY1" fmla="*/ 109402 h 391284"/>
              <a:gd name="connsiteX2" fmla="*/ 4472120 w 4472120"/>
              <a:gd name="connsiteY2" fmla="*/ 321302 h 391284"/>
              <a:gd name="connsiteX3" fmla="*/ 0 w 4472120"/>
              <a:gd name="connsiteY3" fmla="*/ 391285 h 391284"/>
              <a:gd name="connsiteX4" fmla="*/ 48436 w 4472120"/>
              <a:gd name="connsiteY4" fmla="*/ 0 h 391284"/>
              <a:gd name="connsiteX0" fmla="*/ 48436 w 4550640"/>
              <a:gd name="connsiteY0" fmla="*/ 0 h 391284"/>
              <a:gd name="connsiteX1" fmla="*/ 4550640 w 4550640"/>
              <a:gd name="connsiteY1" fmla="*/ 37273 h 391284"/>
              <a:gd name="connsiteX2" fmla="*/ 4472120 w 4550640"/>
              <a:gd name="connsiteY2" fmla="*/ 321302 h 391284"/>
              <a:gd name="connsiteX3" fmla="*/ 0 w 4550640"/>
              <a:gd name="connsiteY3" fmla="*/ 391285 h 391284"/>
              <a:gd name="connsiteX4" fmla="*/ 48436 w 4550640"/>
              <a:gd name="connsiteY4" fmla="*/ 0 h 391284"/>
              <a:gd name="connsiteX0" fmla="*/ 48436 w 4562546"/>
              <a:gd name="connsiteY0" fmla="*/ 0 h 391284"/>
              <a:gd name="connsiteX1" fmla="*/ 4562546 w 4562546"/>
              <a:gd name="connsiteY1" fmla="*/ 119386 h 391284"/>
              <a:gd name="connsiteX2" fmla="*/ 4472120 w 4562546"/>
              <a:gd name="connsiteY2" fmla="*/ 321302 h 391284"/>
              <a:gd name="connsiteX3" fmla="*/ 0 w 4562546"/>
              <a:gd name="connsiteY3" fmla="*/ 391285 h 391284"/>
              <a:gd name="connsiteX4" fmla="*/ 48436 w 4562546"/>
              <a:gd name="connsiteY4" fmla="*/ 0 h 391284"/>
              <a:gd name="connsiteX0" fmla="*/ 48436 w 4536352"/>
              <a:gd name="connsiteY0" fmla="*/ 0 h 391284"/>
              <a:gd name="connsiteX1" fmla="*/ 4536352 w 4536352"/>
              <a:gd name="connsiteY1" fmla="*/ 48223 h 391284"/>
              <a:gd name="connsiteX2" fmla="*/ 4472120 w 4536352"/>
              <a:gd name="connsiteY2" fmla="*/ 321302 h 391284"/>
              <a:gd name="connsiteX3" fmla="*/ 0 w 4536352"/>
              <a:gd name="connsiteY3" fmla="*/ 391285 h 391284"/>
              <a:gd name="connsiteX4" fmla="*/ 48436 w 4536352"/>
              <a:gd name="connsiteY4" fmla="*/ 0 h 391284"/>
              <a:gd name="connsiteX0" fmla="*/ 55580 w 4536352"/>
              <a:gd name="connsiteY0" fmla="*/ 0 h 363914"/>
              <a:gd name="connsiteX1" fmla="*/ 4536352 w 4536352"/>
              <a:gd name="connsiteY1" fmla="*/ 20853 h 363914"/>
              <a:gd name="connsiteX2" fmla="*/ 4472120 w 4536352"/>
              <a:gd name="connsiteY2" fmla="*/ 293932 h 363914"/>
              <a:gd name="connsiteX3" fmla="*/ 0 w 4536352"/>
              <a:gd name="connsiteY3" fmla="*/ 363915 h 363914"/>
              <a:gd name="connsiteX4" fmla="*/ 55580 w 4536352"/>
              <a:gd name="connsiteY4" fmla="*/ 0 h 363914"/>
              <a:gd name="connsiteX0" fmla="*/ 131780 w 4536352"/>
              <a:gd name="connsiteY0" fmla="*/ 154319 h 343061"/>
              <a:gd name="connsiteX1" fmla="*/ 4536352 w 4536352"/>
              <a:gd name="connsiteY1" fmla="*/ 0 h 343061"/>
              <a:gd name="connsiteX2" fmla="*/ 4472120 w 4536352"/>
              <a:gd name="connsiteY2" fmla="*/ 273079 h 343061"/>
              <a:gd name="connsiteX3" fmla="*/ 0 w 4536352"/>
              <a:gd name="connsiteY3" fmla="*/ 343062 h 343061"/>
              <a:gd name="connsiteX4" fmla="*/ 131780 w 4536352"/>
              <a:gd name="connsiteY4" fmla="*/ 154319 h 343061"/>
              <a:gd name="connsiteX0" fmla="*/ 48436 w 4536352"/>
              <a:gd name="connsiteY0" fmla="*/ 0 h 369387"/>
              <a:gd name="connsiteX1" fmla="*/ 4536352 w 4536352"/>
              <a:gd name="connsiteY1" fmla="*/ 26326 h 369387"/>
              <a:gd name="connsiteX2" fmla="*/ 4472120 w 4536352"/>
              <a:gd name="connsiteY2" fmla="*/ 299405 h 369387"/>
              <a:gd name="connsiteX3" fmla="*/ 0 w 4536352"/>
              <a:gd name="connsiteY3" fmla="*/ 369388 h 369387"/>
              <a:gd name="connsiteX4" fmla="*/ 48436 w 4536352"/>
              <a:gd name="connsiteY4" fmla="*/ 0 h 369387"/>
              <a:gd name="connsiteX0" fmla="*/ 142941 w 4630857"/>
              <a:gd name="connsiteY0" fmla="*/ 0 h 353997"/>
              <a:gd name="connsiteX1" fmla="*/ 4630857 w 4630857"/>
              <a:gd name="connsiteY1" fmla="*/ 26326 h 353997"/>
              <a:gd name="connsiteX2" fmla="*/ 4566625 w 4630857"/>
              <a:gd name="connsiteY2" fmla="*/ 299405 h 353997"/>
              <a:gd name="connsiteX3" fmla="*/ 0 w 4630857"/>
              <a:gd name="connsiteY3" fmla="*/ 353997 h 353997"/>
              <a:gd name="connsiteX4" fmla="*/ 142941 w 4630857"/>
              <a:gd name="connsiteY4" fmla="*/ 0 h 353997"/>
              <a:gd name="connsiteX0" fmla="*/ 379208 w 4630857"/>
              <a:gd name="connsiteY0" fmla="*/ 4456 h 327671"/>
              <a:gd name="connsiteX1" fmla="*/ 4630857 w 4630857"/>
              <a:gd name="connsiteY1" fmla="*/ 0 h 327671"/>
              <a:gd name="connsiteX2" fmla="*/ 4566625 w 4630857"/>
              <a:gd name="connsiteY2" fmla="*/ 273079 h 327671"/>
              <a:gd name="connsiteX3" fmla="*/ 0 w 4630857"/>
              <a:gd name="connsiteY3" fmla="*/ 327671 h 327671"/>
              <a:gd name="connsiteX4" fmla="*/ 379208 w 4630857"/>
              <a:gd name="connsiteY4" fmla="*/ 4456 h 327671"/>
              <a:gd name="connsiteX0" fmla="*/ 379208 w 4670581"/>
              <a:gd name="connsiteY0" fmla="*/ 4456 h 327671"/>
              <a:gd name="connsiteX1" fmla="*/ 4630857 w 4670581"/>
              <a:gd name="connsiteY1" fmla="*/ 0 h 327671"/>
              <a:gd name="connsiteX2" fmla="*/ 4670581 w 4670581"/>
              <a:gd name="connsiteY2" fmla="*/ 315405 h 327671"/>
              <a:gd name="connsiteX3" fmla="*/ 0 w 4670581"/>
              <a:gd name="connsiteY3" fmla="*/ 327671 h 327671"/>
              <a:gd name="connsiteX4" fmla="*/ 379208 w 4670581"/>
              <a:gd name="connsiteY4" fmla="*/ 4456 h 327671"/>
              <a:gd name="connsiteX0" fmla="*/ 379208 w 4670581"/>
              <a:gd name="connsiteY0" fmla="*/ -1 h 323214"/>
              <a:gd name="connsiteX1" fmla="*/ 4545802 w 4670581"/>
              <a:gd name="connsiteY1" fmla="*/ 53258 h 323214"/>
              <a:gd name="connsiteX2" fmla="*/ 4670581 w 4670581"/>
              <a:gd name="connsiteY2" fmla="*/ 310948 h 323214"/>
              <a:gd name="connsiteX3" fmla="*/ 0 w 4670581"/>
              <a:gd name="connsiteY3" fmla="*/ 323214 h 323214"/>
              <a:gd name="connsiteX4" fmla="*/ 379208 w 4670581"/>
              <a:gd name="connsiteY4" fmla="*/ -1 h 323214"/>
              <a:gd name="connsiteX0" fmla="*/ 0 w 4745669"/>
              <a:gd name="connsiteY0" fmla="*/ 4456 h 269955"/>
              <a:gd name="connsiteX1" fmla="*/ 4620890 w 4745669"/>
              <a:gd name="connsiteY1" fmla="*/ -1 h 269955"/>
              <a:gd name="connsiteX2" fmla="*/ 4745669 w 4745669"/>
              <a:gd name="connsiteY2" fmla="*/ 257689 h 269955"/>
              <a:gd name="connsiteX3" fmla="*/ 75088 w 4745669"/>
              <a:gd name="connsiteY3" fmla="*/ 269955 h 269955"/>
              <a:gd name="connsiteX4" fmla="*/ 0 w 4745669"/>
              <a:gd name="connsiteY4" fmla="*/ 4456 h 269955"/>
              <a:gd name="connsiteX0" fmla="*/ 0 w 4745669"/>
              <a:gd name="connsiteY0" fmla="*/ 4458 h 273804"/>
              <a:gd name="connsiteX1" fmla="*/ 4620890 w 4745669"/>
              <a:gd name="connsiteY1" fmla="*/ 1 h 273804"/>
              <a:gd name="connsiteX2" fmla="*/ 4745669 w 4745669"/>
              <a:gd name="connsiteY2" fmla="*/ 257691 h 273804"/>
              <a:gd name="connsiteX3" fmla="*/ 90402 w 4745669"/>
              <a:gd name="connsiteY3" fmla="*/ 273804 h 273804"/>
              <a:gd name="connsiteX4" fmla="*/ 0 w 4745669"/>
              <a:gd name="connsiteY4" fmla="*/ 4458 h 273804"/>
              <a:gd name="connsiteX0" fmla="*/ 0 w 4715043"/>
              <a:gd name="connsiteY0" fmla="*/ 4456 h 273802"/>
              <a:gd name="connsiteX1" fmla="*/ 4620890 w 4715043"/>
              <a:gd name="connsiteY1" fmla="*/ -1 h 273802"/>
              <a:gd name="connsiteX2" fmla="*/ 4715043 w 4715043"/>
              <a:gd name="connsiteY2" fmla="*/ 242298 h 273802"/>
              <a:gd name="connsiteX3" fmla="*/ 90402 w 4715043"/>
              <a:gd name="connsiteY3" fmla="*/ 273802 h 273802"/>
              <a:gd name="connsiteX4" fmla="*/ 0 w 4715043"/>
              <a:gd name="connsiteY4" fmla="*/ 4456 h 273802"/>
              <a:gd name="connsiteX0" fmla="*/ 0 w 5289574"/>
              <a:gd name="connsiteY0" fmla="*/ -1 h 269345"/>
              <a:gd name="connsiteX1" fmla="*/ 5289574 w 5289574"/>
              <a:gd name="connsiteY1" fmla="*/ 22476 h 269345"/>
              <a:gd name="connsiteX2" fmla="*/ 4715043 w 5289574"/>
              <a:gd name="connsiteY2" fmla="*/ 237841 h 269345"/>
              <a:gd name="connsiteX3" fmla="*/ 90402 w 5289574"/>
              <a:gd name="connsiteY3" fmla="*/ 269345 h 269345"/>
              <a:gd name="connsiteX4" fmla="*/ 0 w 5289574"/>
              <a:gd name="connsiteY4" fmla="*/ -1 h 269345"/>
              <a:gd name="connsiteX0" fmla="*/ 0 w 7532923"/>
              <a:gd name="connsiteY0" fmla="*/ 1 h 269347"/>
              <a:gd name="connsiteX1" fmla="*/ 7532923 w 7532923"/>
              <a:gd name="connsiteY1" fmla="*/ 3240 h 269347"/>
              <a:gd name="connsiteX2" fmla="*/ 4715043 w 7532923"/>
              <a:gd name="connsiteY2" fmla="*/ 237843 h 269347"/>
              <a:gd name="connsiteX3" fmla="*/ 90402 w 7532923"/>
              <a:gd name="connsiteY3" fmla="*/ 269347 h 269347"/>
              <a:gd name="connsiteX4" fmla="*/ 0 w 7532923"/>
              <a:gd name="connsiteY4" fmla="*/ 1 h 269347"/>
              <a:gd name="connsiteX0" fmla="*/ 4254606 w 7442522"/>
              <a:gd name="connsiteY0" fmla="*/ 0 h 273193"/>
              <a:gd name="connsiteX1" fmla="*/ 7442522 w 7442522"/>
              <a:gd name="connsiteY1" fmla="*/ 7086 h 273193"/>
              <a:gd name="connsiteX2" fmla="*/ 4624642 w 7442522"/>
              <a:gd name="connsiteY2" fmla="*/ 241689 h 273193"/>
              <a:gd name="connsiteX3" fmla="*/ 1 w 7442522"/>
              <a:gd name="connsiteY3" fmla="*/ 273193 h 273193"/>
              <a:gd name="connsiteX4" fmla="*/ 4254606 w 7442522"/>
              <a:gd name="connsiteY4" fmla="*/ 0 h 273193"/>
              <a:gd name="connsiteX0" fmla="*/ 2696066 w 5883982"/>
              <a:gd name="connsiteY0" fmla="*/ 0 h 241689"/>
              <a:gd name="connsiteX1" fmla="*/ 5883982 w 5883982"/>
              <a:gd name="connsiteY1" fmla="*/ 7086 h 241689"/>
              <a:gd name="connsiteX2" fmla="*/ 3066102 w 5883982"/>
              <a:gd name="connsiteY2" fmla="*/ 241689 h 241689"/>
              <a:gd name="connsiteX3" fmla="*/ 0 w 5883982"/>
              <a:gd name="connsiteY3" fmla="*/ 238564 h 241689"/>
              <a:gd name="connsiteX4" fmla="*/ 2696066 w 5883982"/>
              <a:gd name="connsiteY4" fmla="*/ 0 h 241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83982" h="241689">
                <a:moveTo>
                  <a:pt x="2696066" y="0"/>
                </a:moveTo>
                <a:lnTo>
                  <a:pt x="5883982" y="7086"/>
                </a:lnTo>
                <a:lnTo>
                  <a:pt x="3066102" y="241689"/>
                </a:lnTo>
                <a:lnTo>
                  <a:pt x="0" y="238564"/>
                </a:lnTo>
                <a:lnTo>
                  <a:pt x="269606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3" name="Freeform 22"/>
          <p:cNvSpPr/>
          <p:nvPr/>
        </p:nvSpPr>
        <p:spPr bwMode="gray">
          <a:xfrm>
            <a:off x="10883358" y="6362781"/>
            <a:ext cx="1307596" cy="495219"/>
          </a:xfrm>
          <a:custGeom>
            <a:avLst/>
            <a:gdLst>
              <a:gd name="connsiteX0" fmla="*/ 0 w 1371600"/>
              <a:gd name="connsiteY0" fmla="*/ 0 h 206828"/>
              <a:gd name="connsiteX1" fmla="*/ 1230086 w 1371600"/>
              <a:gd name="connsiteY1" fmla="*/ 21771 h 206828"/>
              <a:gd name="connsiteX2" fmla="*/ 1371600 w 1371600"/>
              <a:gd name="connsiteY2" fmla="*/ 119743 h 206828"/>
              <a:gd name="connsiteX3" fmla="*/ 522515 w 1371600"/>
              <a:gd name="connsiteY3" fmla="*/ 130628 h 206828"/>
              <a:gd name="connsiteX4" fmla="*/ 511629 w 1371600"/>
              <a:gd name="connsiteY4" fmla="*/ 206828 h 206828"/>
              <a:gd name="connsiteX5" fmla="*/ 10886 w 1371600"/>
              <a:gd name="connsiteY5" fmla="*/ 206828 h 206828"/>
              <a:gd name="connsiteX6" fmla="*/ 0 w 1371600"/>
              <a:gd name="connsiteY6" fmla="*/ 0 h 206828"/>
              <a:gd name="connsiteX0" fmla="*/ 0 w 1371600"/>
              <a:gd name="connsiteY0" fmla="*/ 0 h 206828"/>
              <a:gd name="connsiteX1" fmla="*/ 1230086 w 1371600"/>
              <a:gd name="connsiteY1" fmla="*/ 21771 h 206828"/>
              <a:gd name="connsiteX2" fmla="*/ 1371600 w 1371600"/>
              <a:gd name="connsiteY2" fmla="*/ 119743 h 206828"/>
              <a:gd name="connsiteX3" fmla="*/ 522515 w 1371600"/>
              <a:gd name="connsiteY3" fmla="*/ 130628 h 206828"/>
              <a:gd name="connsiteX4" fmla="*/ 511629 w 1371600"/>
              <a:gd name="connsiteY4" fmla="*/ 206828 h 206828"/>
              <a:gd name="connsiteX5" fmla="*/ 10886 w 1371600"/>
              <a:gd name="connsiteY5" fmla="*/ 206828 h 206828"/>
              <a:gd name="connsiteX6" fmla="*/ 0 w 1371600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22515 w 1367073"/>
              <a:gd name="connsiteY3" fmla="*/ 130628 h 206828"/>
              <a:gd name="connsiteX4" fmla="*/ 511629 w 1367073"/>
              <a:gd name="connsiteY4" fmla="*/ 206828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8180 w 1367073"/>
              <a:gd name="connsiteY3" fmla="*/ 135909 h 206828"/>
              <a:gd name="connsiteX4" fmla="*/ 511629 w 1367073"/>
              <a:gd name="connsiteY4" fmla="*/ 206828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8180 w 1367073"/>
              <a:gd name="connsiteY3" fmla="*/ 135909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2899 w 1367073"/>
              <a:gd name="connsiteY3" fmla="*/ 135155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21760 w 1367073"/>
              <a:gd name="connsiteY3" fmla="*/ 146472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9846"/>
              <a:gd name="connsiteX1" fmla="*/ 1230086 w 1367073"/>
              <a:gd name="connsiteY1" fmla="*/ 21771 h 209846"/>
              <a:gd name="connsiteX2" fmla="*/ 1367073 w 1367073"/>
              <a:gd name="connsiteY2" fmla="*/ 143886 h 209846"/>
              <a:gd name="connsiteX3" fmla="*/ 521760 w 1367073"/>
              <a:gd name="connsiteY3" fmla="*/ 146472 h 209846"/>
              <a:gd name="connsiteX4" fmla="*/ 507856 w 1367073"/>
              <a:gd name="connsiteY4" fmla="*/ 209846 h 209846"/>
              <a:gd name="connsiteX5" fmla="*/ 10886 w 1367073"/>
              <a:gd name="connsiteY5" fmla="*/ 206828 h 209846"/>
              <a:gd name="connsiteX6" fmla="*/ 0 w 1367073"/>
              <a:gd name="connsiteY6" fmla="*/ 0 h 209846"/>
              <a:gd name="connsiteX0" fmla="*/ 0 w 1367073"/>
              <a:gd name="connsiteY0" fmla="*/ 0 h 209846"/>
              <a:gd name="connsiteX1" fmla="*/ 1230086 w 1367073"/>
              <a:gd name="connsiteY1" fmla="*/ 21771 h 209846"/>
              <a:gd name="connsiteX2" fmla="*/ 1367073 w 1367073"/>
              <a:gd name="connsiteY2" fmla="*/ 143886 h 209846"/>
              <a:gd name="connsiteX3" fmla="*/ 521760 w 1367073"/>
              <a:gd name="connsiteY3" fmla="*/ 146472 h 209846"/>
              <a:gd name="connsiteX4" fmla="*/ 507856 w 1367073"/>
              <a:gd name="connsiteY4" fmla="*/ 209846 h 209846"/>
              <a:gd name="connsiteX5" fmla="*/ 1833 w 1367073"/>
              <a:gd name="connsiteY5" fmla="*/ 208337 h 209846"/>
              <a:gd name="connsiteX6" fmla="*/ 0 w 1367073"/>
              <a:gd name="connsiteY6" fmla="*/ 0 h 209846"/>
              <a:gd name="connsiteX0" fmla="*/ 0 w 1367073"/>
              <a:gd name="connsiteY0" fmla="*/ 0 h 385634"/>
              <a:gd name="connsiteX1" fmla="*/ 1230086 w 1367073"/>
              <a:gd name="connsiteY1" fmla="*/ 21771 h 385634"/>
              <a:gd name="connsiteX2" fmla="*/ 1367073 w 1367073"/>
              <a:gd name="connsiteY2" fmla="*/ 143886 h 385634"/>
              <a:gd name="connsiteX3" fmla="*/ 521760 w 1367073"/>
              <a:gd name="connsiteY3" fmla="*/ 146472 h 385634"/>
              <a:gd name="connsiteX4" fmla="*/ 507856 w 1367073"/>
              <a:gd name="connsiteY4" fmla="*/ 209846 h 385634"/>
              <a:gd name="connsiteX5" fmla="*/ 7869 w 1367073"/>
              <a:gd name="connsiteY5" fmla="*/ 385634 h 385634"/>
              <a:gd name="connsiteX6" fmla="*/ 0 w 1367073"/>
              <a:gd name="connsiteY6" fmla="*/ 0 h 385634"/>
              <a:gd name="connsiteX0" fmla="*/ 0 w 1367073"/>
              <a:gd name="connsiteY0" fmla="*/ 0 h 390161"/>
              <a:gd name="connsiteX1" fmla="*/ 1230086 w 1367073"/>
              <a:gd name="connsiteY1" fmla="*/ 21771 h 390161"/>
              <a:gd name="connsiteX2" fmla="*/ 1367073 w 1367073"/>
              <a:gd name="connsiteY2" fmla="*/ 143886 h 390161"/>
              <a:gd name="connsiteX3" fmla="*/ 521760 w 1367073"/>
              <a:gd name="connsiteY3" fmla="*/ 146472 h 390161"/>
              <a:gd name="connsiteX4" fmla="*/ 1091050 w 1367073"/>
              <a:gd name="connsiteY4" fmla="*/ 390161 h 390161"/>
              <a:gd name="connsiteX5" fmla="*/ 7869 w 1367073"/>
              <a:gd name="connsiteY5" fmla="*/ 385634 h 390161"/>
              <a:gd name="connsiteX6" fmla="*/ 0 w 1367073"/>
              <a:gd name="connsiteY6" fmla="*/ 0 h 390161"/>
              <a:gd name="connsiteX0" fmla="*/ 0 w 1367073"/>
              <a:gd name="connsiteY0" fmla="*/ 0 h 390161"/>
              <a:gd name="connsiteX1" fmla="*/ 1230086 w 1367073"/>
              <a:gd name="connsiteY1" fmla="*/ 21771 h 390161"/>
              <a:gd name="connsiteX2" fmla="*/ 1367073 w 1367073"/>
              <a:gd name="connsiteY2" fmla="*/ 143886 h 390161"/>
              <a:gd name="connsiteX3" fmla="*/ 1023473 w 1367073"/>
              <a:gd name="connsiteY3" fmla="*/ 113276 h 390161"/>
              <a:gd name="connsiteX4" fmla="*/ 1091050 w 1367073"/>
              <a:gd name="connsiteY4" fmla="*/ 390161 h 390161"/>
              <a:gd name="connsiteX5" fmla="*/ 7869 w 1367073"/>
              <a:gd name="connsiteY5" fmla="*/ 385634 h 390161"/>
              <a:gd name="connsiteX6" fmla="*/ 0 w 1367073"/>
              <a:gd name="connsiteY6" fmla="*/ 0 h 390161"/>
              <a:gd name="connsiteX0" fmla="*/ 0 w 1230086"/>
              <a:gd name="connsiteY0" fmla="*/ 0 h 390161"/>
              <a:gd name="connsiteX1" fmla="*/ 1230086 w 1230086"/>
              <a:gd name="connsiteY1" fmla="*/ 21771 h 390161"/>
              <a:gd name="connsiteX2" fmla="*/ 457200 w 1230086"/>
              <a:gd name="connsiteY2" fmla="*/ 113708 h 390161"/>
              <a:gd name="connsiteX3" fmla="*/ 1023473 w 1230086"/>
              <a:gd name="connsiteY3" fmla="*/ 113276 h 390161"/>
              <a:gd name="connsiteX4" fmla="*/ 1091050 w 1230086"/>
              <a:gd name="connsiteY4" fmla="*/ 390161 h 390161"/>
              <a:gd name="connsiteX5" fmla="*/ 7869 w 1230086"/>
              <a:gd name="connsiteY5" fmla="*/ 385634 h 390161"/>
              <a:gd name="connsiteX6" fmla="*/ 0 w 1230086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57200 w 1091050"/>
              <a:gd name="connsiteY2" fmla="*/ 113708 h 390161"/>
              <a:gd name="connsiteX3" fmla="*/ 1023473 w 1091050"/>
              <a:gd name="connsiteY3" fmla="*/ 113276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57200 w 1091050"/>
              <a:gd name="connsiteY2" fmla="*/ 113708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0410 w 1091050"/>
              <a:gd name="connsiteY1" fmla="*/ 1684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0410 w 1091050"/>
              <a:gd name="connsiteY1" fmla="*/ 1684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3106 w 1091050"/>
              <a:gd name="connsiteY5" fmla="*/ 388015 h 390161"/>
              <a:gd name="connsiteX6" fmla="*/ 0 w 1091050"/>
              <a:gd name="connsiteY6" fmla="*/ 0 h 390161"/>
              <a:gd name="connsiteX0" fmla="*/ 2692 w 1088979"/>
              <a:gd name="connsiteY0" fmla="*/ 697 h 388477"/>
              <a:gd name="connsiteX1" fmla="*/ 498339 w 1088979"/>
              <a:gd name="connsiteY1" fmla="*/ 0 h 388477"/>
              <a:gd name="connsiteX2" fmla="*/ 464654 w 1088979"/>
              <a:gd name="connsiteY2" fmla="*/ 104880 h 388477"/>
              <a:gd name="connsiteX3" fmla="*/ 1028546 w 1088979"/>
              <a:gd name="connsiteY3" fmla="*/ 104448 h 388477"/>
              <a:gd name="connsiteX4" fmla="*/ 1088979 w 1088979"/>
              <a:gd name="connsiteY4" fmla="*/ 388477 h 388477"/>
              <a:gd name="connsiteX5" fmla="*/ 1035 w 1088979"/>
              <a:gd name="connsiteY5" fmla="*/ 386331 h 388477"/>
              <a:gd name="connsiteX6" fmla="*/ 2692 w 1088979"/>
              <a:gd name="connsiteY6" fmla="*/ 697 h 388477"/>
              <a:gd name="connsiteX0" fmla="*/ 310 w 1088979"/>
              <a:gd name="connsiteY0" fmla="*/ 697 h 388477"/>
              <a:gd name="connsiteX1" fmla="*/ 498339 w 1088979"/>
              <a:gd name="connsiteY1" fmla="*/ 0 h 388477"/>
              <a:gd name="connsiteX2" fmla="*/ 464654 w 1088979"/>
              <a:gd name="connsiteY2" fmla="*/ 104880 h 388477"/>
              <a:gd name="connsiteX3" fmla="*/ 1028546 w 1088979"/>
              <a:gd name="connsiteY3" fmla="*/ 104448 h 388477"/>
              <a:gd name="connsiteX4" fmla="*/ 1088979 w 1088979"/>
              <a:gd name="connsiteY4" fmla="*/ 388477 h 388477"/>
              <a:gd name="connsiteX5" fmla="*/ 1035 w 1088979"/>
              <a:gd name="connsiteY5" fmla="*/ 386331 h 388477"/>
              <a:gd name="connsiteX6" fmla="*/ 310 w 1088979"/>
              <a:gd name="connsiteY6" fmla="*/ 697 h 388477"/>
              <a:gd name="connsiteX0" fmla="*/ 310 w 1088979"/>
              <a:gd name="connsiteY0" fmla="*/ 697 h 388477"/>
              <a:gd name="connsiteX1" fmla="*/ 498339 w 1088979"/>
              <a:gd name="connsiteY1" fmla="*/ 0 h 388477"/>
              <a:gd name="connsiteX2" fmla="*/ 1028546 w 1088979"/>
              <a:gd name="connsiteY2" fmla="*/ 104448 h 388477"/>
              <a:gd name="connsiteX3" fmla="*/ 1088979 w 1088979"/>
              <a:gd name="connsiteY3" fmla="*/ 388477 h 388477"/>
              <a:gd name="connsiteX4" fmla="*/ 1035 w 1088979"/>
              <a:gd name="connsiteY4" fmla="*/ 386331 h 388477"/>
              <a:gd name="connsiteX5" fmla="*/ 310 w 1088979"/>
              <a:gd name="connsiteY5" fmla="*/ 697 h 388477"/>
              <a:gd name="connsiteX0" fmla="*/ 310 w 1088979"/>
              <a:gd name="connsiteY0" fmla="*/ 0 h 387780"/>
              <a:gd name="connsiteX1" fmla="*/ 1028546 w 1088979"/>
              <a:gd name="connsiteY1" fmla="*/ 103751 h 387780"/>
              <a:gd name="connsiteX2" fmla="*/ 1088979 w 1088979"/>
              <a:gd name="connsiteY2" fmla="*/ 387780 h 387780"/>
              <a:gd name="connsiteX3" fmla="*/ 1035 w 1088979"/>
              <a:gd name="connsiteY3" fmla="*/ 385634 h 387780"/>
              <a:gd name="connsiteX4" fmla="*/ 310 w 1088979"/>
              <a:gd name="connsiteY4" fmla="*/ 0 h 387780"/>
              <a:gd name="connsiteX0" fmla="*/ 49471 w 1088979"/>
              <a:gd name="connsiteY0" fmla="*/ 0 h 393431"/>
              <a:gd name="connsiteX1" fmla="*/ 1028546 w 1088979"/>
              <a:gd name="connsiteY1" fmla="*/ 109402 h 393431"/>
              <a:gd name="connsiteX2" fmla="*/ 1088979 w 1088979"/>
              <a:gd name="connsiteY2" fmla="*/ 393431 h 393431"/>
              <a:gd name="connsiteX3" fmla="*/ 1035 w 1088979"/>
              <a:gd name="connsiteY3" fmla="*/ 391285 h 393431"/>
              <a:gd name="connsiteX4" fmla="*/ 49471 w 1088979"/>
              <a:gd name="connsiteY4" fmla="*/ 0 h 393431"/>
              <a:gd name="connsiteX0" fmla="*/ 48436 w 1087944"/>
              <a:gd name="connsiteY0" fmla="*/ 0 h 393431"/>
              <a:gd name="connsiteX1" fmla="*/ 1027511 w 1087944"/>
              <a:gd name="connsiteY1" fmla="*/ 109402 h 393431"/>
              <a:gd name="connsiteX2" fmla="*/ 1087944 w 1087944"/>
              <a:gd name="connsiteY2" fmla="*/ 393431 h 393431"/>
              <a:gd name="connsiteX3" fmla="*/ 0 w 1087944"/>
              <a:gd name="connsiteY3" fmla="*/ 391285 h 393431"/>
              <a:gd name="connsiteX4" fmla="*/ 48436 w 1087944"/>
              <a:gd name="connsiteY4" fmla="*/ 0 h 393431"/>
              <a:gd name="connsiteX0" fmla="*/ 48436 w 4472120"/>
              <a:gd name="connsiteY0" fmla="*/ 0 h 391284"/>
              <a:gd name="connsiteX1" fmla="*/ 1027511 w 4472120"/>
              <a:gd name="connsiteY1" fmla="*/ 109402 h 391284"/>
              <a:gd name="connsiteX2" fmla="*/ 4472120 w 4472120"/>
              <a:gd name="connsiteY2" fmla="*/ 321302 h 391284"/>
              <a:gd name="connsiteX3" fmla="*/ 0 w 4472120"/>
              <a:gd name="connsiteY3" fmla="*/ 391285 h 391284"/>
              <a:gd name="connsiteX4" fmla="*/ 48436 w 4472120"/>
              <a:gd name="connsiteY4" fmla="*/ 0 h 391284"/>
              <a:gd name="connsiteX0" fmla="*/ 48436 w 4550640"/>
              <a:gd name="connsiteY0" fmla="*/ 0 h 391284"/>
              <a:gd name="connsiteX1" fmla="*/ 4550640 w 4550640"/>
              <a:gd name="connsiteY1" fmla="*/ 37273 h 391284"/>
              <a:gd name="connsiteX2" fmla="*/ 4472120 w 4550640"/>
              <a:gd name="connsiteY2" fmla="*/ 321302 h 391284"/>
              <a:gd name="connsiteX3" fmla="*/ 0 w 4550640"/>
              <a:gd name="connsiteY3" fmla="*/ 391285 h 391284"/>
              <a:gd name="connsiteX4" fmla="*/ 48436 w 4550640"/>
              <a:gd name="connsiteY4" fmla="*/ 0 h 391284"/>
              <a:gd name="connsiteX0" fmla="*/ 48436 w 4562546"/>
              <a:gd name="connsiteY0" fmla="*/ 0 h 391284"/>
              <a:gd name="connsiteX1" fmla="*/ 4562546 w 4562546"/>
              <a:gd name="connsiteY1" fmla="*/ 119386 h 391284"/>
              <a:gd name="connsiteX2" fmla="*/ 4472120 w 4562546"/>
              <a:gd name="connsiteY2" fmla="*/ 321302 h 391284"/>
              <a:gd name="connsiteX3" fmla="*/ 0 w 4562546"/>
              <a:gd name="connsiteY3" fmla="*/ 391285 h 391284"/>
              <a:gd name="connsiteX4" fmla="*/ 48436 w 4562546"/>
              <a:gd name="connsiteY4" fmla="*/ 0 h 391284"/>
              <a:gd name="connsiteX0" fmla="*/ 48436 w 4536352"/>
              <a:gd name="connsiteY0" fmla="*/ 0 h 391284"/>
              <a:gd name="connsiteX1" fmla="*/ 4536352 w 4536352"/>
              <a:gd name="connsiteY1" fmla="*/ 48223 h 391284"/>
              <a:gd name="connsiteX2" fmla="*/ 4472120 w 4536352"/>
              <a:gd name="connsiteY2" fmla="*/ 321302 h 391284"/>
              <a:gd name="connsiteX3" fmla="*/ 0 w 4536352"/>
              <a:gd name="connsiteY3" fmla="*/ 391285 h 391284"/>
              <a:gd name="connsiteX4" fmla="*/ 48436 w 4536352"/>
              <a:gd name="connsiteY4" fmla="*/ 0 h 391284"/>
              <a:gd name="connsiteX0" fmla="*/ 55580 w 4536352"/>
              <a:gd name="connsiteY0" fmla="*/ 0 h 363914"/>
              <a:gd name="connsiteX1" fmla="*/ 4536352 w 4536352"/>
              <a:gd name="connsiteY1" fmla="*/ 20853 h 363914"/>
              <a:gd name="connsiteX2" fmla="*/ 4472120 w 4536352"/>
              <a:gd name="connsiteY2" fmla="*/ 293932 h 363914"/>
              <a:gd name="connsiteX3" fmla="*/ 0 w 4536352"/>
              <a:gd name="connsiteY3" fmla="*/ 363915 h 363914"/>
              <a:gd name="connsiteX4" fmla="*/ 55580 w 4536352"/>
              <a:gd name="connsiteY4" fmla="*/ 0 h 363914"/>
              <a:gd name="connsiteX0" fmla="*/ 131780 w 4536352"/>
              <a:gd name="connsiteY0" fmla="*/ 154319 h 343061"/>
              <a:gd name="connsiteX1" fmla="*/ 4536352 w 4536352"/>
              <a:gd name="connsiteY1" fmla="*/ 0 h 343061"/>
              <a:gd name="connsiteX2" fmla="*/ 4472120 w 4536352"/>
              <a:gd name="connsiteY2" fmla="*/ 273079 h 343061"/>
              <a:gd name="connsiteX3" fmla="*/ 0 w 4536352"/>
              <a:gd name="connsiteY3" fmla="*/ 343062 h 343061"/>
              <a:gd name="connsiteX4" fmla="*/ 131780 w 4536352"/>
              <a:gd name="connsiteY4" fmla="*/ 154319 h 343061"/>
              <a:gd name="connsiteX0" fmla="*/ 48436 w 4536352"/>
              <a:gd name="connsiteY0" fmla="*/ 0 h 369387"/>
              <a:gd name="connsiteX1" fmla="*/ 4536352 w 4536352"/>
              <a:gd name="connsiteY1" fmla="*/ 26326 h 369387"/>
              <a:gd name="connsiteX2" fmla="*/ 4472120 w 4536352"/>
              <a:gd name="connsiteY2" fmla="*/ 299405 h 369387"/>
              <a:gd name="connsiteX3" fmla="*/ 0 w 4536352"/>
              <a:gd name="connsiteY3" fmla="*/ 369388 h 369387"/>
              <a:gd name="connsiteX4" fmla="*/ 48436 w 4536352"/>
              <a:gd name="connsiteY4" fmla="*/ 0 h 369387"/>
              <a:gd name="connsiteX0" fmla="*/ 142941 w 4630857"/>
              <a:gd name="connsiteY0" fmla="*/ 0 h 353997"/>
              <a:gd name="connsiteX1" fmla="*/ 4630857 w 4630857"/>
              <a:gd name="connsiteY1" fmla="*/ 26326 h 353997"/>
              <a:gd name="connsiteX2" fmla="*/ 4566625 w 4630857"/>
              <a:gd name="connsiteY2" fmla="*/ 299405 h 353997"/>
              <a:gd name="connsiteX3" fmla="*/ 0 w 4630857"/>
              <a:gd name="connsiteY3" fmla="*/ 353997 h 353997"/>
              <a:gd name="connsiteX4" fmla="*/ 142941 w 4630857"/>
              <a:gd name="connsiteY4" fmla="*/ 0 h 353997"/>
              <a:gd name="connsiteX0" fmla="*/ 379208 w 4630857"/>
              <a:gd name="connsiteY0" fmla="*/ 4456 h 327671"/>
              <a:gd name="connsiteX1" fmla="*/ 4630857 w 4630857"/>
              <a:gd name="connsiteY1" fmla="*/ 0 h 327671"/>
              <a:gd name="connsiteX2" fmla="*/ 4566625 w 4630857"/>
              <a:gd name="connsiteY2" fmla="*/ 273079 h 327671"/>
              <a:gd name="connsiteX3" fmla="*/ 0 w 4630857"/>
              <a:gd name="connsiteY3" fmla="*/ 327671 h 327671"/>
              <a:gd name="connsiteX4" fmla="*/ 379208 w 4630857"/>
              <a:gd name="connsiteY4" fmla="*/ 4456 h 327671"/>
              <a:gd name="connsiteX0" fmla="*/ 379208 w 4670581"/>
              <a:gd name="connsiteY0" fmla="*/ 4456 h 327671"/>
              <a:gd name="connsiteX1" fmla="*/ 4630857 w 4670581"/>
              <a:gd name="connsiteY1" fmla="*/ 0 h 327671"/>
              <a:gd name="connsiteX2" fmla="*/ 4670581 w 4670581"/>
              <a:gd name="connsiteY2" fmla="*/ 315405 h 327671"/>
              <a:gd name="connsiteX3" fmla="*/ 0 w 4670581"/>
              <a:gd name="connsiteY3" fmla="*/ 327671 h 327671"/>
              <a:gd name="connsiteX4" fmla="*/ 379208 w 4670581"/>
              <a:gd name="connsiteY4" fmla="*/ 4456 h 327671"/>
              <a:gd name="connsiteX0" fmla="*/ 379208 w 4670581"/>
              <a:gd name="connsiteY0" fmla="*/ -1 h 323214"/>
              <a:gd name="connsiteX1" fmla="*/ 4545802 w 4670581"/>
              <a:gd name="connsiteY1" fmla="*/ 53258 h 323214"/>
              <a:gd name="connsiteX2" fmla="*/ 4670581 w 4670581"/>
              <a:gd name="connsiteY2" fmla="*/ 310948 h 323214"/>
              <a:gd name="connsiteX3" fmla="*/ 0 w 4670581"/>
              <a:gd name="connsiteY3" fmla="*/ 323214 h 323214"/>
              <a:gd name="connsiteX4" fmla="*/ 379208 w 4670581"/>
              <a:gd name="connsiteY4" fmla="*/ -1 h 323214"/>
              <a:gd name="connsiteX0" fmla="*/ 0 w 4745669"/>
              <a:gd name="connsiteY0" fmla="*/ 4456 h 269955"/>
              <a:gd name="connsiteX1" fmla="*/ 4620890 w 4745669"/>
              <a:gd name="connsiteY1" fmla="*/ -1 h 269955"/>
              <a:gd name="connsiteX2" fmla="*/ 4745669 w 4745669"/>
              <a:gd name="connsiteY2" fmla="*/ 257689 h 269955"/>
              <a:gd name="connsiteX3" fmla="*/ 75088 w 4745669"/>
              <a:gd name="connsiteY3" fmla="*/ 269955 h 269955"/>
              <a:gd name="connsiteX4" fmla="*/ 0 w 4745669"/>
              <a:gd name="connsiteY4" fmla="*/ 4456 h 269955"/>
              <a:gd name="connsiteX0" fmla="*/ 0 w 4745669"/>
              <a:gd name="connsiteY0" fmla="*/ 4458 h 273804"/>
              <a:gd name="connsiteX1" fmla="*/ 4620890 w 4745669"/>
              <a:gd name="connsiteY1" fmla="*/ 1 h 273804"/>
              <a:gd name="connsiteX2" fmla="*/ 4745669 w 4745669"/>
              <a:gd name="connsiteY2" fmla="*/ 257691 h 273804"/>
              <a:gd name="connsiteX3" fmla="*/ 90402 w 4745669"/>
              <a:gd name="connsiteY3" fmla="*/ 273804 h 273804"/>
              <a:gd name="connsiteX4" fmla="*/ 0 w 4745669"/>
              <a:gd name="connsiteY4" fmla="*/ 4458 h 273804"/>
              <a:gd name="connsiteX0" fmla="*/ 0 w 4715043"/>
              <a:gd name="connsiteY0" fmla="*/ 4456 h 273802"/>
              <a:gd name="connsiteX1" fmla="*/ 4620890 w 4715043"/>
              <a:gd name="connsiteY1" fmla="*/ -1 h 273802"/>
              <a:gd name="connsiteX2" fmla="*/ 4715043 w 4715043"/>
              <a:gd name="connsiteY2" fmla="*/ 242298 h 273802"/>
              <a:gd name="connsiteX3" fmla="*/ 90402 w 4715043"/>
              <a:gd name="connsiteY3" fmla="*/ 273802 h 273802"/>
              <a:gd name="connsiteX4" fmla="*/ 0 w 4715043"/>
              <a:gd name="connsiteY4" fmla="*/ 4456 h 273802"/>
              <a:gd name="connsiteX0" fmla="*/ 0 w 5289574"/>
              <a:gd name="connsiteY0" fmla="*/ -1 h 269345"/>
              <a:gd name="connsiteX1" fmla="*/ 5289574 w 5289574"/>
              <a:gd name="connsiteY1" fmla="*/ 22476 h 269345"/>
              <a:gd name="connsiteX2" fmla="*/ 4715043 w 5289574"/>
              <a:gd name="connsiteY2" fmla="*/ 237841 h 269345"/>
              <a:gd name="connsiteX3" fmla="*/ 90402 w 5289574"/>
              <a:gd name="connsiteY3" fmla="*/ 269345 h 269345"/>
              <a:gd name="connsiteX4" fmla="*/ 0 w 5289574"/>
              <a:gd name="connsiteY4" fmla="*/ -1 h 269345"/>
              <a:gd name="connsiteX0" fmla="*/ 0 w 7532923"/>
              <a:gd name="connsiteY0" fmla="*/ 1 h 269347"/>
              <a:gd name="connsiteX1" fmla="*/ 7532923 w 7532923"/>
              <a:gd name="connsiteY1" fmla="*/ 3240 h 269347"/>
              <a:gd name="connsiteX2" fmla="*/ 4715043 w 7532923"/>
              <a:gd name="connsiteY2" fmla="*/ 237843 h 269347"/>
              <a:gd name="connsiteX3" fmla="*/ 90402 w 7532923"/>
              <a:gd name="connsiteY3" fmla="*/ 269347 h 269347"/>
              <a:gd name="connsiteX4" fmla="*/ 0 w 7532923"/>
              <a:gd name="connsiteY4" fmla="*/ 1 h 269347"/>
              <a:gd name="connsiteX0" fmla="*/ 4254606 w 7442522"/>
              <a:gd name="connsiteY0" fmla="*/ 0 h 273193"/>
              <a:gd name="connsiteX1" fmla="*/ 7442522 w 7442522"/>
              <a:gd name="connsiteY1" fmla="*/ 7086 h 273193"/>
              <a:gd name="connsiteX2" fmla="*/ 4624642 w 7442522"/>
              <a:gd name="connsiteY2" fmla="*/ 241689 h 273193"/>
              <a:gd name="connsiteX3" fmla="*/ 1 w 7442522"/>
              <a:gd name="connsiteY3" fmla="*/ 273193 h 273193"/>
              <a:gd name="connsiteX4" fmla="*/ 4254606 w 7442522"/>
              <a:gd name="connsiteY4" fmla="*/ 0 h 273193"/>
              <a:gd name="connsiteX0" fmla="*/ 2696066 w 5883982"/>
              <a:gd name="connsiteY0" fmla="*/ 0 h 241689"/>
              <a:gd name="connsiteX1" fmla="*/ 5883982 w 5883982"/>
              <a:gd name="connsiteY1" fmla="*/ 7086 h 241689"/>
              <a:gd name="connsiteX2" fmla="*/ 3066102 w 5883982"/>
              <a:gd name="connsiteY2" fmla="*/ 241689 h 241689"/>
              <a:gd name="connsiteX3" fmla="*/ 0 w 5883982"/>
              <a:gd name="connsiteY3" fmla="*/ 238564 h 241689"/>
              <a:gd name="connsiteX4" fmla="*/ 2696066 w 5883982"/>
              <a:gd name="connsiteY4" fmla="*/ 0 h 241689"/>
              <a:gd name="connsiteX0" fmla="*/ 783321 w 5883982"/>
              <a:gd name="connsiteY0" fmla="*/ 0 h 238076"/>
              <a:gd name="connsiteX1" fmla="*/ 5883982 w 5883982"/>
              <a:gd name="connsiteY1" fmla="*/ 3473 h 238076"/>
              <a:gd name="connsiteX2" fmla="*/ 3066102 w 5883982"/>
              <a:gd name="connsiteY2" fmla="*/ 238076 h 238076"/>
              <a:gd name="connsiteX3" fmla="*/ 0 w 5883982"/>
              <a:gd name="connsiteY3" fmla="*/ 234951 h 238076"/>
              <a:gd name="connsiteX4" fmla="*/ 783321 w 5883982"/>
              <a:gd name="connsiteY4" fmla="*/ 0 h 238076"/>
              <a:gd name="connsiteX0" fmla="*/ 736088 w 5836749"/>
              <a:gd name="connsiteY0" fmla="*/ 0 h 238076"/>
              <a:gd name="connsiteX1" fmla="*/ 5836749 w 5836749"/>
              <a:gd name="connsiteY1" fmla="*/ 3473 h 238076"/>
              <a:gd name="connsiteX2" fmla="*/ 3018869 w 5836749"/>
              <a:gd name="connsiteY2" fmla="*/ 238076 h 238076"/>
              <a:gd name="connsiteX3" fmla="*/ 0 w 5836749"/>
              <a:gd name="connsiteY3" fmla="*/ 234951 h 238076"/>
              <a:gd name="connsiteX4" fmla="*/ 736088 w 5836749"/>
              <a:gd name="connsiteY4" fmla="*/ 0 h 238076"/>
              <a:gd name="connsiteX0" fmla="*/ 736088 w 9725290"/>
              <a:gd name="connsiteY0" fmla="*/ 0 h 234951"/>
              <a:gd name="connsiteX1" fmla="*/ 5836749 w 9725290"/>
              <a:gd name="connsiteY1" fmla="*/ 3473 h 234951"/>
              <a:gd name="connsiteX2" fmla="*/ 9725290 w 9725290"/>
              <a:gd name="connsiteY2" fmla="*/ 234464 h 234951"/>
              <a:gd name="connsiteX3" fmla="*/ 0 w 9725290"/>
              <a:gd name="connsiteY3" fmla="*/ 234951 h 234951"/>
              <a:gd name="connsiteX4" fmla="*/ 736088 w 9725290"/>
              <a:gd name="connsiteY4" fmla="*/ 0 h 234951"/>
              <a:gd name="connsiteX0" fmla="*/ 736088 w 9725290"/>
              <a:gd name="connsiteY0" fmla="*/ 0 h 234951"/>
              <a:gd name="connsiteX1" fmla="*/ 5836749 w 9725290"/>
              <a:gd name="connsiteY1" fmla="*/ 3473 h 234951"/>
              <a:gd name="connsiteX2" fmla="*/ 7111899 w 9725290"/>
              <a:gd name="connsiteY2" fmla="*/ 75858 h 234951"/>
              <a:gd name="connsiteX3" fmla="*/ 9725290 w 9725290"/>
              <a:gd name="connsiteY3" fmla="*/ 234464 h 234951"/>
              <a:gd name="connsiteX4" fmla="*/ 0 w 9725290"/>
              <a:gd name="connsiteY4" fmla="*/ 234951 h 234951"/>
              <a:gd name="connsiteX5" fmla="*/ 736088 w 9725290"/>
              <a:gd name="connsiteY5" fmla="*/ 0 h 234951"/>
              <a:gd name="connsiteX0" fmla="*/ 736088 w 9725290"/>
              <a:gd name="connsiteY0" fmla="*/ 133658 h 368609"/>
              <a:gd name="connsiteX1" fmla="*/ 5836749 w 9725290"/>
              <a:gd name="connsiteY1" fmla="*/ 137131 h 368609"/>
              <a:gd name="connsiteX2" fmla="*/ 9709463 w 9725290"/>
              <a:gd name="connsiteY2" fmla="*/ 0 h 368609"/>
              <a:gd name="connsiteX3" fmla="*/ 9725290 w 9725290"/>
              <a:gd name="connsiteY3" fmla="*/ 368122 h 368609"/>
              <a:gd name="connsiteX4" fmla="*/ 0 w 9725290"/>
              <a:gd name="connsiteY4" fmla="*/ 368609 h 368609"/>
              <a:gd name="connsiteX5" fmla="*/ 736088 w 9725290"/>
              <a:gd name="connsiteY5" fmla="*/ 133658 h 368609"/>
              <a:gd name="connsiteX0" fmla="*/ 736088 w 9725290"/>
              <a:gd name="connsiteY0" fmla="*/ 133658 h 368609"/>
              <a:gd name="connsiteX1" fmla="*/ 5836749 w 9725290"/>
              <a:gd name="connsiteY1" fmla="*/ 137131 h 368609"/>
              <a:gd name="connsiteX2" fmla="*/ 7843941 w 9725290"/>
              <a:gd name="connsiteY2" fmla="*/ 63216 h 368609"/>
              <a:gd name="connsiteX3" fmla="*/ 9709463 w 9725290"/>
              <a:gd name="connsiteY3" fmla="*/ 0 h 368609"/>
              <a:gd name="connsiteX4" fmla="*/ 9725290 w 9725290"/>
              <a:gd name="connsiteY4" fmla="*/ 368122 h 368609"/>
              <a:gd name="connsiteX5" fmla="*/ 0 w 9725290"/>
              <a:gd name="connsiteY5" fmla="*/ 368609 h 368609"/>
              <a:gd name="connsiteX6" fmla="*/ 736088 w 9725290"/>
              <a:gd name="connsiteY6" fmla="*/ 133658 h 368609"/>
              <a:gd name="connsiteX0" fmla="*/ 736088 w 9725290"/>
              <a:gd name="connsiteY0" fmla="*/ 133658 h 368609"/>
              <a:gd name="connsiteX1" fmla="*/ 5836749 w 9725290"/>
              <a:gd name="connsiteY1" fmla="*/ 137131 h 368609"/>
              <a:gd name="connsiteX2" fmla="*/ 9071878 w 9725290"/>
              <a:gd name="connsiteY2" fmla="*/ 1807 h 368609"/>
              <a:gd name="connsiteX3" fmla="*/ 9709463 w 9725290"/>
              <a:gd name="connsiteY3" fmla="*/ 0 h 368609"/>
              <a:gd name="connsiteX4" fmla="*/ 9725290 w 9725290"/>
              <a:gd name="connsiteY4" fmla="*/ 368122 h 368609"/>
              <a:gd name="connsiteX5" fmla="*/ 0 w 9725290"/>
              <a:gd name="connsiteY5" fmla="*/ 368609 h 368609"/>
              <a:gd name="connsiteX6" fmla="*/ 736088 w 9725290"/>
              <a:gd name="connsiteY6" fmla="*/ 133658 h 368609"/>
              <a:gd name="connsiteX0" fmla="*/ 736088 w 9725290"/>
              <a:gd name="connsiteY0" fmla="*/ 133658 h 368609"/>
              <a:gd name="connsiteX1" fmla="*/ 5718680 w 9725290"/>
              <a:gd name="connsiteY1" fmla="*/ 135325 h 368609"/>
              <a:gd name="connsiteX2" fmla="*/ 9071878 w 9725290"/>
              <a:gd name="connsiteY2" fmla="*/ 1807 h 368609"/>
              <a:gd name="connsiteX3" fmla="*/ 9709463 w 9725290"/>
              <a:gd name="connsiteY3" fmla="*/ 0 h 368609"/>
              <a:gd name="connsiteX4" fmla="*/ 9725290 w 9725290"/>
              <a:gd name="connsiteY4" fmla="*/ 368122 h 368609"/>
              <a:gd name="connsiteX5" fmla="*/ 0 w 9725290"/>
              <a:gd name="connsiteY5" fmla="*/ 368609 h 368609"/>
              <a:gd name="connsiteX6" fmla="*/ 736088 w 9725290"/>
              <a:gd name="connsiteY6" fmla="*/ 133658 h 3686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725290" h="368609">
                <a:moveTo>
                  <a:pt x="736088" y="133658"/>
                </a:moveTo>
                <a:lnTo>
                  <a:pt x="5718680" y="135325"/>
                </a:lnTo>
                <a:lnTo>
                  <a:pt x="9071878" y="1807"/>
                </a:lnTo>
                <a:lnTo>
                  <a:pt x="9709463" y="0"/>
                </a:lnTo>
                <a:lnTo>
                  <a:pt x="9725290" y="368122"/>
                </a:lnTo>
                <a:lnTo>
                  <a:pt x="0" y="368609"/>
                </a:lnTo>
                <a:lnTo>
                  <a:pt x="736088" y="133658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white">
          <a:xfrm>
            <a:off x="97536" y="6583680"/>
            <a:ext cx="284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678AC1C-C8BB-41BB-885F-2A8E98AE7051}" type="datetimeFigureOut">
              <a:rPr lang="ko-KR" altLang="en-US" smtClean="0"/>
              <a:t>2020-08-15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white">
          <a:xfrm>
            <a:off x="3560064" y="6583680"/>
            <a:ext cx="6705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white">
          <a:xfrm>
            <a:off x="11070336" y="6583680"/>
            <a:ext cx="609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DDDEC182-41BE-4BEE-9E90-6536B52E84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4828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Clr>
          <a:schemeClr val="tx2"/>
        </a:buClr>
        <a:buSzPct val="90000"/>
        <a:buFont typeface="Wingdings 3" pitchFamily="18" charset="2"/>
        <a:buChar char="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Clr>
          <a:schemeClr val="accent2"/>
        </a:buClr>
        <a:buSzPct val="90000"/>
        <a:buFont typeface="Wingdings 3" pitchFamily="18" charset="2"/>
        <a:buChar char="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Clr>
          <a:schemeClr val="accent3"/>
        </a:buClr>
        <a:buSzPct val="90000"/>
        <a:buFont typeface="Wingdings 3" pitchFamily="18" charset="2"/>
        <a:buChar char="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Clr>
          <a:schemeClr val="accent4"/>
        </a:buClr>
        <a:buSzPct val="90000"/>
        <a:buFont typeface="Wingdings 3" pitchFamily="18" charset="2"/>
        <a:buChar char="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Clr>
          <a:schemeClr val="accent5"/>
        </a:buClr>
        <a:buSzPct val="90000"/>
        <a:buFont typeface="Wingdings 3" pitchFamily="18" charset="2"/>
        <a:buChar char="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이(가) 표시된 사진&#10;&#10;자동 생성된 설명">
            <a:extLst>
              <a:ext uri="{FF2B5EF4-FFF2-40B4-BE49-F238E27FC236}">
                <a16:creationId xmlns:a16="http://schemas.microsoft.com/office/drawing/2014/main" id="{7E04E925-92F6-4509-B69F-32B1420D23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3538" y="1234161"/>
            <a:ext cx="2737625" cy="5475249"/>
          </a:xfrm>
          <a:prstGeom prst="rect">
            <a:avLst/>
          </a:prstGeom>
          <a:effectLst>
            <a:outerShdw blurRad="266700" dir="4260000" algn="t" rotWithShape="0">
              <a:prstClr val="black">
                <a:alpha val="41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F444CBB-3FD3-4268-9DDE-563934F42569}"/>
              </a:ext>
            </a:extLst>
          </p:cNvPr>
          <p:cNvSpPr txBox="1"/>
          <p:nvPr/>
        </p:nvSpPr>
        <p:spPr>
          <a:xfrm>
            <a:off x="5298687" y="445770"/>
            <a:ext cx="28873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원하는 컨텐츠를 마음대로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다운로드 해보세요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!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299000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이(가) 표시된 사진&#10;&#10;자동 생성된 설명">
            <a:extLst>
              <a:ext uri="{FF2B5EF4-FFF2-40B4-BE49-F238E27FC236}">
                <a16:creationId xmlns:a16="http://schemas.microsoft.com/office/drawing/2014/main" id="{20C3D201-7524-4EE5-AE55-575C0361E5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1625" y="1273175"/>
            <a:ext cx="2739600" cy="5479200"/>
          </a:xfrm>
          <a:prstGeom prst="rect">
            <a:avLst/>
          </a:prstGeom>
          <a:effectLst>
            <a:outerShdw blurRad="266700" dir="660000" algn="ctr" rotWithShape="0">
              <a:srgbClr val="000000">
                <a:alpha val="41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60EEE6F-9AF1-478F-BD45-648B2BFB6C6F}"/>
              </a:ext>
            </a:extLst>
          </p:cNvPr>
          <p:cNvSpPr txBox="1"/>
          <p:nvPr/>
        </p:nvSpPr>
        <p:spPr>
          <a:xfrm>
            <a:off x="5769426" y="528320"/>
            <a:ext cx="19639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링크 공유를 통한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손쉬운 다운로드</a:t>
            </a:r>
          </a:p>
        </p:txBody>
      </p:sp>
    </p:spTree>
    <p:extLst>
      <p:ext uri="{BB962C8B-B14F-4D97-AF65-F5344CB8AC3E}">
        <p14:creationId xmlns:p14="http://schemas.microsoft.com/office/powerpoint/2010/main" val="38772384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410BC9A6-4EC7-4AAA-9230-EB4C61FB8BF3}"/>
              </a:ext>
            </a:extLst>
          </p:cNvPr>
          <p:cNvSpPr txBox="1"/>
          <p:nvPr/>
        </p:nvSpPr>
        <p:spPr>
          <a:xfrm>
            <a:off x="6032064" y="445770"/>
            <a:ext cx="14205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상세한 설정</a:t>
            </a:r>
          </a:p>
        </p:txBody>
      </p:sp>
      <p:pic>
        <p:nvPicPr>
          <p:cNvPr id="15" name="그림 14" descr="모니터, 화면, 전화, 시계이(가) 표시된 사진&#10;&#10;자동 생성된 설명">
            <a:extLst>
              <a:ext uri="{FF2B5EF4-FFF2-40B4-BE49-F238E27FC236}">
                <a16:creationId xmlns:a16="http://schemas.microsoft.com/office/drawing/2014/main" id="{8B65C279-423B-48EE-B5F8-F1DF9E560F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0216" y="1193800"/>
            <a:ext cx="2739600" cy="5479200"/>
          </a:xfrm>
          <a:prstGeom prst="rect">
            <a:avLst/>
          </a:prstGeom>
          <a:effectLst>
            <a:outerShdw blurRad="266700" dir="4260000" algn="ctr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01184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모니터, 측면, 닫기, 시계이(가) 표시된 사진&#10;&#10;자동 생성된 설명">
            <a:extLst>
              <a:ext uri="{FF2B5EF4-FFF2-40B4-BE49-F238E27FC236}">
                <a16:creationId xmlns:a16="http://schemas.microsoft.com/office/drawing/2014/main" id="{3EE09BD2-EAD5-4FF3-B966-23FC348A6F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079" y="1213485"/>
            <a:ext cx="2739600" cy="5479200"/>
          </a:xfrm>
          <a:prstGeom prst="rect">
            <a:avLst/>
          </a:prstGeom>
          <a:effectLst>
            <a:outerShdw blurRad="266700" dist="63500" dir="4260000" algn="ctr" rotWithShape="0">
              <a:srgbClr val="000000">
                <a:alpha val="41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30895BE-0845-4001-9536-3E68038E19AA}"/>
              </a:ext>
            </a:extLst>
          </p:cNvPr>
          <p:cNvSpPr txBox="1"/>
          <p:nvPr/>
        </p:nvSpPr>
        <p:spPr>
          <a:xfrm>
            <a:off x="5797758" y="593756"/>
            <a:ext cx="1882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편리한 작업도구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5607F84-F161-4C87-9CA4-D7659D9A3797}"/>
              </a:ext>
            </a:extLst>
          </p:cNvPr>
          <p:cNvSpPr/>
          <p:nvPr/>
        </p:nvSpPr>
        <p:spPr>
          <a:xfrm>
            <a:off x="5857138" y="2640330"/>
            <a:ext cx="305537" cy="1524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5C54093-6C58-453F-BDEC-B66FCCEF3125}"/>
              </a:ext>
            </a:extLst>
          </p:cNvPr>
          <p:cNvSpPr/>
          <p:nvPr/>
        </p:nvSpPr>
        <p:spPr>
          <a:xfrm>
            <a:off x="5857138" y="2792730"/>
            <a:ext cx="305537" cy="1524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5228396"/>
      </p:ext>
    </p:extLst>
  </p:cSld>
  <p:clrMapOvr>
    <a:masterClrMapping/>
  </p:clrMapOvr>
</p:sld>
</file>

<file path=ppt/theme/theme1.xml><?xml version="1.0" encoding="utf-8"?>
<a:theme xmlns:a="http://schemas.openxmlformats.org/drawingml/2006/main" name="New_Education02">
  <a:themeElements>
    <a:clrScheme name="Education02">
      <a:dk1>
        <a:srgbClr val="000000"/>
      </a:dk1>
      <a:lt1>
        <a:srgbClr val="FFFFFF"/>
      </a:lt1>
      <a:dk2>
        <a:srgbClr val="006699"/>
      </a:dk2>
      <a:lt2>
        <a:srgbClr val="ECF0ED"/>
      </a:lt2>
      <a:accent1>
        <a:srgbClr val="DF3939"/>
      </a:accent1>
      <a:accent2>
        <a:srgbClr val="F0A73C"/>
      </a:accent2>
      <a:accent3>
        <a:srgbClr val="21A6C5"/>
      </a:accent3>
      <a:accent4>
        <a:srgbClr val="BEC936"/>
      </a:accent4>
      <a:accent5>
        <a:srgbClr val="ECB0B0"/>
      </a:accent5>
      <a:accent6>
        <a:srgbClr val="C1C1C1"/>
      </a:accent6>
      <a:hlink>
        <a:srgbClr val="0099CC"/>
      </a:hlink>
      <a:folHlink>
        <a:srgbClr val="D361AA"/>
      </a:folHlink>
    </a:clrScheme>
    <a:fontScheme name="Education02">
      <a:majorFont>
        <a:latin typeface="Corbel"/>
        <a:ea typeface=""/>
        <a:cs typeface=""/>
        <a:font script="Jpan" typeface="HG丸ｺﾞｼｯｸM-PRO"/>
        <a:font script="Hang" typeface="맑은 고딕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andara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ducation02">
      <a:fillStyleLst>
        <a:solidFill>
          <a:schemeClr val="phClr"/>
        </a:solidFill>
        <a:solidFill>
          <a:schemeClr val="phClr">
            <a:tint val="60000"/>
            <a:satMod val="150000"/>
          </a:schemeClr>
        </a:solidFill>
        <a:gradFill rotWithShape="1">
          <a:gsLst>
            <a:gs pos="0">
              <a:schemeClr val="phClr">
                <a:shade val="100000"/>
                <a:satMod val="100000"/>
              </a:schemeClr>
            </a:gs>
            <a:gs pos="100000">
              <a:schemeClr val="phClr">
                <a:shade val="70000"/>
                <a:satMod val="12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innerShdw blurRad="127000" dist="25400" dir="13500000">
              <a:srgbClr val="000000">
                <a:alpha val="80000"/>
              </a:srgbClr>
            </a:innerShdw>
          </a:effectLst>
        </a:effectStyle>
        <a:effectStyle>
          <a:effectLst>
            <a:innerShdw blurRad="254000" dist="25400" dir="13500000">
              <a:srgbClr val="000000">
                <a:alpha val="80000"/>
              </a:srgbClr>
            </a:innerShdw>
          </a:effectLst>
        </a:effectStyle>
        <a:effectStyle>
          <a:effectLst>
            <a:outerShdw blurRad="50800" dist="508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soft" dir="b">
              <a:rot lat="0" lon="0" rev="9000000"/>
            </a:lightRig>
          </a:scene3d>
          <a:sp3d contourW="35560" prstMaterial="matte">
            <a:bevelT w="4445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90000"/>
                <a:satMod val="120000"/>
              </a:schemeClr>
            </a:gs>
            <a:gs pos="100000">
              <a:schemeClr val="phClr">
                <a:tint val="70000"/>
                <a:shade val="100000"/>
                <a:satMod val="30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88000"/>
                <a:satMod val="200000"/>
              </a:schemeClr>
            </a:gs>
            <a:gs pos="100000">
              <a:schemeClr val="phClr">
                <a:shade val="86000"/>
                <a:satMod val="140000"/>
                <a:lumMod val="90000"/>
              </a:schemeClr>
            </a:gs>
          </a:gsLst>
          <a:lin ang="3300000" scaled="1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</TotalTime>
  <Words>15</Words>
  <Application>Microsoft Office PowerPoint</Application>
  <PresentationFormat>와이드스크린</PresentationFormat>
  <Paragraphs>6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0" baseType="lpstr">
      <vt:lpstr>맑은 고딕</vt:lpstr>
      <vt:lpstr>Arial</vt:lpstr>
      <vt:lpstr>Candara</vt:lpstr>
      <vt:lpstr>Corbel</vt:lpstr>
      <vt:lpstr>Wingdings 3</vt:lpstr>
      <vt:lpstr>New_Education02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정 현준</dc:creator>
  <cp:lastModifiedBy>정 현준</cp:lastModifiedBy>
  <cp:revision>5</cp:revision>
  <dcterms:created xsi:type="dcterms:W3CDTF">2020-08-15T03:52:51Z</dcterms:created>
  <dcterms:modified xsi:type="dcterms:W3CDTF">2020-08-15T09:03:16Z</dcterms:modified>
</cp:coreProperties>
</file>